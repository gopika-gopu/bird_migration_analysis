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8591" y="7685391"/>
            <a:ext cx="8787765" cy="0"/>
          </a:xfrm>
          <a:custGeom>
            <a:avLst/>
            <a:gdLst/>
            <a:ahLst/>
            <a:cxnLst/>
            <a:rect l="l" t="t" r="r" b="b"/>
            <a:pathLst>
              <a:path w="8787765">
                <a:moveTo>
                  <a:pt x="8787384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" y="0"/>
            <a:ext cx="18287967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3479" y="1215886"/>
            <a:ext cx="6717030" cy="1116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04191A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92685" y="1638797"/>
            <a:ext cx="7492365" cy="668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DM Sans"/>
                <a:cs typeface="DM Sa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905892" y="4201404"/>
            <a:ext cx="11302365" cy="3322320"/>
          </a:xfrm>
          <a:prstGeom prst="rect">
            <a:avLst/>
          </a:prstGeom>
        </p:spPr>
        <p:txBody>
          <a:bodyPr vert="horz" wrap="square" lIns="0" tIns="312420" rIns="0" bIns="0" rtlCol="0">
            <a:spAutoFit/>
          </a:bodyPr>
          <a:lstStyle/>
          <a:p>
            <a:pPr marL="12700" marR="5080">
              <a:lnSpc>
                <a:spcPts val="11800"/>
              </a:lnSpc>
              <a:spcBef>
                <a:spcPts val="2460"/>
              </a:spcBef>
            </a:pPr>
            <a:r>
              <a:rPr sz="11800" dirty="0">
                <a:solidFill>
                  <a:srgbClr val="F7F7F7"/>
                </a:solidFill>
                <a:latin typeface="DM Sans"/>
                <a:cs typeface="DM Sans"/>
              </a:rPr>
              <a:t>Bird</a:t>
            </a:r>
            <a:r>
              <a:rPr sz="11800" spc="-400" dirty="0">
                <a:solidFill>
                  <a:srgbClr val="F7F7F7"/>
                </a:solidFill>
                <a:latin typeface="DM Sans"/>
                <a:cs typeface="DM Sans"/>
              </a:rPr>
              <a:t> </a:t>
            </a:r>
            <a:r>
              <a:rPr sz="11800" spc="-10" dirty="0">
                <a:solidFill>
                  <a:srgbClr val="F7F7F7"/>
                </a:solidFill>
                <a:latin typeface="DM Sans"/>
                <a:cs typeface="DM Sans"/>
              </a:rPr>
              <a:t>Migration Analysis</a:t>
            </a:r>
            <a:r>
              <a:rPr sz="11800" spc="-409" dirty="0">
                <a:solidFill>
                  <a:srgbClr val="F7F7F7"/>
                </a:solidFill>
                <a:latin typeface="DM Sans"/>
                <a:cs typeface="DM Sans"/>
              </a:rPr>
              <a:t> </a:t>
            </a:r>
            <a:r>
              <a:rPr sz="11800" dirty="0">
                <a:solidFill>
                  <a:srgbClr val="F7F7F7"/>
                </a:solidFill>
                <a:latin typeface="DM Sans"/>
                <a:cs typeface="DM Sans"/>
              </a:rPr>
              <a:t>in</a:t>
            </a:r>
            <a:r>
              <a:rPr sz="11800" spc="-405" dirty="0">
                <a:solidFill>
                  <a:srgbClr val="F7F7F7"/>
                </a:solidFill>
                <a:latin typeface="DM Sans"/>
                <a:cs typeface="DM Sans"/>
              </a:rPr>
              <a:t> </a:t>
            </a:r>
            <a:r>
              <a:rPr sz="11800" spc="-10" dirty="0">
                <a:solidFill>
                  <a:srgbClr val="F7F7F7"/>
                </a:solidFill>
                <a:latin typeface="DM Sans"/>
                <a:cs typeface="DM Sans"/>
              </a:rPr>
              <a:t>Excel</a:t>
            </a:r>
            <a:endParaRPr sz="118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5866" y="1606411"/>
            <a:ext cx="565277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FFFFFF"/>
                </a:solidFill>
                <a:latin typeface="DM Sans"/>
                <a:cs typeface="DM Sans"/>
              </a:rPr>
              <a:t>Why</a:t>
            </a:r>
            <a:r>
              <a:rPr sz="4600" spc="-19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4600" dirty="0">
                <a:solidFill>
                  <a:srgbClr val="FFFFFF"/>
                </a:solidFill>
                <a:latin typeface="DM Sans"/>
                <a:cs typeface="DM Sans"/>
              </a:rPr>
              <a:t>study</a:t>
            </a:r>
            <a:r>
              <a:rPr sz="4600" spc="-19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4600" spc="-10" dirty="0">
                <a:solidFill>
                  <a:srgbClr val="FFFFFF"/>
                </a:solidFill>
                <a:latin typeface="DM Sans"/>
                <a:cs typeface="DM Sans"/>
              </a:rPr>
              <a:t>migration</a:t>
            </a:r>
            <a:endParaRPr sz="4600">
              <a:latin typeface="DM Sans"/>
              <a:cs typeface="DM San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05866" y="540042"/>
            <a:ext cx="7638415" cy="480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b="1" dirty="0">
                <a:solidFill>
                  <a:srgbClr val="FFFFFF"/>
                </a:solidFill>
                <a:latin typeface="DM Sans"/>
                <a:cs typeface="DM Sans"/>
              </a:rPr>
              <a:t>INTRODUCTION</a:t>
            </a:r>
            <a:r>
              <a:rPr sz="2950" b="1" spc="1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50" b="1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2950" b="1" spc="1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50" b="1" dirty="0">
                <a:solidFill>
                  <a:srgbClr val="FFFFFF"/>
                </a:solidFill>
                <a:latin typeface="DM Sans"/>
                <a:cs typeface="DM Sans"/>
              </a:rPr>
              <a:t>PROJECT</a:t>
            </a:r>
            <a:r>
              <a:rPr sz="2950" b="1" spc="1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50" b="1" spc="-10" dirty="0">
                <a:solidFill>
                  <a:srgbClr val="FFFFFF"/>
                </a:solidFill>
                <a:latin typeface="DM Sans"/>
                <a:cs typeface="DM Sans"/>
              </a:rPr>
              <a:t>OVERVIEW</a:t>
            </a:r>
            <a:endParaRPr sz="2950">
              <a:latin typeface="DM Sans"/>
              <a:cs typeface="DM San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66840" y="2860662"/>
            <a:ext cx="4914895" cy="6943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0321" y="2860662"/>
            <a:ext cx="4914898" cy="6943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04" y="2860662"/>
            <a:ext cx="4914898" cy="6943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044087" y="5524153"/>
            <a:ext cx="3751579" cy="2712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3515" marR="387350" indent="-1058545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sz="2900" spc="-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this</a:t>
            </a:r>
            <a:r>
              <a:rPr sz="2900" spc="-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DM Sans"/>
                <a:cs typeface="DM Sans"/>
              </a:rPr>
              <a:t>project </a:t>
            </a:r>
            <a:r>
              <a:rPr sz="2900" spc="-20" dirty="0">
                <a:solidFill>
                  <a:srgbClr val="FFFFFF"/>
                </a:solidFill>
                <a:latin typeface="DM Sans"/>
                <a:cs typeface="DM Sans"/>
              </a:rPr>
              <a:t>does</a:t>
            </a:r>
            <a:endParaRPr sz="2900">
              <a:latin typeface="DM Sans"/>
              <a:cs typeface="DM Sans"/>
            </a:endParaRPr>
          </a:p>
          <a:p>
            <a:pPr marL="249554" marR="29209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39243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uses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Excel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turn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migration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records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into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clear,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practical</a:t>
            </a:r>
            <a:endParaRPr sz="1950">
              <a:latin typeface="DM Sans"/>
              <a:cs typeface="DM Sans"/>
            </a:endParaRPr>
          </a:p>
          <a:p>
            <a:pPr marL="1506855">
              <a:lnSpc>
                <a:spcPct val="100000"/>
              </a:lnSpc>
              <a:spcBef>
                <a:spcPts val="35"/>
              </a:spcBef>
            </a:pP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insights.</a:t>
            </a:r>
            <a:endParaRPr sz="195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42100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goal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make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key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trends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easy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anyone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-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explore.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90362" y="5524153"/>
            <a:ext cx="3519804" cy="287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Why</a:t>
            </a:r>
            <a:r>
              <a:rPr sz="2900" spc="-7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it</a:t>
            </a:r>
            <a:r>
              <a:rPr sz="2900" spc="-6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matters</a:t>
            </a:r>
            <a:endParaRPr sz="2900">
              <a:latin typeface="DM Sans"/>
              <a:cs typeface="DM Sans"/>
            </a:endParaRPr>
          </a:p>
          <a:p>
            <a:pPr marL="86995" marR="79375" indent="-67945" algn="just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86995" algn="l"/>
                <a:tab pos="23177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	Migration</a:t>
            </a:r>
            <a:r>
              <a:rPr sz="1950" spc="6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insights</a:t>
            </a:r>
            <a:r>
              <a:rPr sz="1950" spc="6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support 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wildlife</a:t>
            </a:r>
            <a:r>
              <a:rPr sz="1950" b="1" spc="3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conservation</a:t>
            </a:r>
            <a:r>
              <a:rPr sz="1950" b="1" spc="11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habitat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protection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decisions.</a:t>
            </a:r>
            <a:endParaRPr sz="1950">
              <a:latin typeface="DM Sans"/>
              <a:cs typeface="DM Sans"/>
            </a:endParaRPr>
          </a:p>
          <a:p>
            <a:pPr marL="12700" marR="5080" lvl="1" indent="5302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5429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They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also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strengthen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environmental</a:t>
            </a:r>
            <a:r>
              <a:rPr sz="1950" spc="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monitoring</a:t>
            </a:r>
            <a:r>
              <a:rPr sz="1950" spc="7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endParaRPr sz="1950">
              <a:latin typeface="DM Sans"/>
              <a:cs typeface="DM Sans"/>
            </a:endParaRPr>
          </a:p>
          <a:p>
            <a:pPr marL="1242695" marR="267335" indent="-967740">
              <a:lnSpc>
                <a:spcPct val="101499"/>
              </a:lnSpc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biodiversity</a:t>
            </a:r>
            <a:r>
              <a:rPr sz="1950" spc="6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management planning.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8565" y="5524153"/>
            <a:ext cx="3796665" cy="257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sz="2900" spc="-10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bird</a:t>
            </a:r>
            <a:r>
              <a:rPr sz="2900" spc="-9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migration</a:t>
            </a:r>
            <a:r>
              <a:rPr sz="2900" spc="-9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DM Sans"/>
                <a:cs typeface="DM Sans"/>
              </a:rPr>
              <a:t>is</a:t>
            </a:r>
            <a:endParaRPr sz="2900">
              <a:latin typeface="DM Sans"/>
              <a:cs typeface="DM Sans"/>
            </a:endParaRPr>
          </a:p>
          <a:p>
            <a:pPr marL="432434" marR="210820" indent="-87630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432434" algn="l"/>
                <a:tab pos="55753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	Birds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travel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seasonally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to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reach</a:t>
            </a:r>
            <a:r>
              <a:rPr sz="1950" spc="-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better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weather,</a:t>
            </a:r>
            <a:r>
              <a:rPr sz="1950" spc="-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food,</a:t>
            </a:r>
            <a:endParaRPr sz="1950">
              <a:latin typeface="DM Sans"/>
              <a:cs typeface="DM Sans"/>
            </a:endParaRPr>
          </a:p>
          <a:p>
            <a:pPr marL="86106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breeding</a:t>
            </a:r>
            <a:r>
              <a:rPr sz="1950" spc="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areas.</a:t>
            </a:r>
            <a:endParaRPr sz="1950">
              <a:latin typeface="DM Sans"/>
              <a:cs typeface="DM Sans"/>
            </a:endParaRPr>
          </a:p>
          <a:p>
            <a:pPr marL="401955" marR="180975" indent="-4635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401955" algn="l"/>
                <a:tab pos="568325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	These</a:t>
            </a:r>
            <a:r>
              <a:rPr sz="1950" spc="5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recurring</a:t>
            </a:r>
            <a:r>
              <a:rPr sz="1950" spc="5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journeys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create</a:t>
            </a:r>
            <a:r>
              <a:rPr sz="19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patterns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that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can</a:t>
            </a:r>
            <a:r>
              <a:rPr sz="19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be</a:t>
            </a:r>
            <a:endParaRPr sz="1950">
              <a:latin typeface="DM Sans"/>
              <a:cs typeface="DM Sans"/>
            </a:endParaRPr>
          </a:p>
          <a:p>
            <a:pPr marL="648335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tracked</a:t>
            </a:r>
            <a:r>
              <a:rPr sz="19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compared.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170496" y="3364166"/>
            <a:ext cx="1498600" cy="1498600"/>
          </a:xfrm>
          <a:custGeom>
            <a:avLst/>
            <a:gdLst/>
            <a:ahLst/>
            <a:cxnLst/>
            <a:rect l="l" t="t" r="r" b="b"/>
            <a:pathLst>
              <a:path w="1498600" h="1498600">
                <a:moveTo>
                  <a:pt x="241668" y="1329143"/>
                </a:moveTo>
                <a:lnTo>
                  <a:pt x="235978" y="1300924"/>
                </a:lnTo>
                <a:lnTo>
                  <a:pt x="220433" y="1277886"/>
                </a:lnTo>
                <a:lnTo>
                  <a:pt x="197396" y="1262341"/>
                </a:lnTo>
                <a:lnTo>
                  <a:pt x="169164" y="1256639"/>
                </a:lnTo>
                <a:lnTo>
                  <a:pt x="120891" y="1256639"/>
                </a:lnTo>
                <a:lnTo>
                  <a:pt x="149059" y="1250962"/>
                </a:lnTo>
                <a:lnTo>
                  <a:pt x="172110" y="1235417"/>
                </a:lnTo>
                <a:lnTo>
                  <a:pt x="187642" y="1212380"/>
                </a:lnTo>
                <a:lnTo>
                  <a:pt x="193344" y="1184148"/>
                </a:lnTo>
                <a:lnTo>
                  <a:pt x="187642" y="1155928"/>
                </a:lnTo>
                <a:lnTo>
                  <a:pt x="172110" y="1132890"/>
                </a:lnTo>
                <a:lnTo>
                  <a:pt x="149059" y="1117346"/>
                </a:lnTo>
                <a:lnTo>
                  <a:pt x="120840" y="1111643"/>
                </a:lnTo>
                <a:lnTo>
                  <a:pt x="92621" y="1117346"/>
                </a:lnTo>
                <a:lnTo>
                  <a:pt x="69570" y="1132890"/>
                </a:lnTo>
                <a:lnTo>
                  <a:pt x="54038" y="1155928"/>
                </a:lnTo>
                <a:lnTo>
                  <a:pt x="48348" y="1184148"/>
                </a:lnTo>
                <a:lnTo>
                  <a:pt x="54038" y="1212380"/>
                </a:lnTo>
                <a:lnTo>
                  <a:pt x="69570" y="1235417"/>
                </a:lnTo>
                <a:lnTo>
                  <a:pt x="92621" y="1250962"/>
                </a:lnTo>
                <a:lnTo>
                  <a:pt x="120777" y="1256639"/>
                </a:lnTo>
                <a:lnTo>
                  <a:pt x="72504" y="1256639"/>
                </a:lnTo>
                <a:lnTo>
                  <a:pt x="44284" y="1262341"/>
                </a:lnTo>
                <a:lnTo>
                  <a:pt x="21247" y="1277886"/>
                </a:lnTo>
                <a:lnTo>
                  <a:pt x="5702" y="1300924"/>
                </a:lnTo>
                <a:lnTo>
                  <a:pt x="0" y="1329143"/>
                </a:lnTo>
                <a:lnTo>
                  <a:pt x="0" y="1498307"/>
                </a:lnTo>
                <a:lnTo>
                  <a:pt x="241668" y="1498307"/>
                </a:lnTo>
                <a:lnTo>
                  <a:pt x="241668" y="1329143"/>
                </a:lnTo>
                <a:close/>
              </a:path>
              <a:path w="1498600" h="1498600">
                <a:moveTo>
                  <a:pt x="338340" y="1039152"/>
                </a:moveTo>
                <a:lnTo>
                  <a:pt x="332638" y="1010932"/>
                </a:lnTo>
                <a:lnTo>
                  <a:pt x="317106" y="987882"/>
                </a:lnTo>
                <a:lnTo>
                  <a:pt x="294055" y="972350"/>
                </a:lnTo>
                <a:lnTo>
                  <a:pt x="265836" y="966647"/>
                </a:lnTo>
                <a:lnTo>
                  <a:pt x="237617" y="972350"/>
                </a:lnTo>
                <a:lnTo>
                  <a:pt x="214579" y="987882"/>
                </a:lnTo>
                <a:lnTo>
                  <a:pt x="199034" y="1010932"/>
                </a:lnTo>
                <a:lnTo>
                  <a:pt x="193344" y="1039152"/>
                </a:lnTo>
                <a:lnTo>
                  <a:pt x="199034" y="1067371"/>
                </a:lnTo>
                <a:lnTo>
                  <a:pt x="214579" y="1090422"/>
                </a:lnTo>
                <a:lnTo>
                  <a:pt x="237617" y="1105966"/>
                </a:lnTo>
                <a:lnTo>
                  <a:pt x="265836" y="1111656"/>
                </a:lnTo>
                <a:lnTo>
                  <a:pt x="294055" y="1105966"/>
                </a:lnTo>
                <a:lnTo>
                  <a:pt x="317106" y="1090422"/>
                </a:lnTo>
                <a:lnTo>
                  <a:pt x="332638" y="1067371"/>
                </a:lnTo>
                <a:lnTo>
                  <a:pt x="338340" y="1039152"/>
                </a:lnTo>
                <a:close/>
              </a:path>
              <a:path w="1498600" h="1498600">
                <a:moveTo>
                  <a:pt x="531672" y="1329143"/>
                </a:moveTo>
                <a:lnTo>
                  <a:pt x="525970" y="1300924"/>
                </a:lnTo>
                <a:lnTo>
                  <a:pt x="510438" y="1277886"/>
                </a:lnTo>
                <a:lnTo>
                  <a:pt x="487387" y="1262341"/>
                </a:lnTo>
                <a:lnTo>
                  <a:pt x="459168" y="1256639"/>
                </a:lnTo>
                <a:lnTo>
                  <a:pt x="410895" y="1256639"/>
                </a:lnTo>
                <a:lnTo>
                  <a:pt x="439064" y="1250962"/>
                </a:lnTo>
                <a:lnTo>
                  <a:pt x="462102" y="1235417"/>
                </a:lnTo>
                <a:lnTo>
                  <a:pt x="477634" y="1212380"/>
                </a:lnTo>
                <a:lnTo>
                  <a:pt x="483336" y="1184148"/>
                </a:lnTo>
                <a:lnTo>
                  <a:pt x="477634" y="1155928"/>
                </a:lnTo>
                <a:lnTo>
                  <a:pt x="462102" y="1132890"/>
                </a:lnTo>
                <a:lnTo>
                  <a:pt x="439064" y="1117346"/>
                </a:lnTo>
                <a:lnTo>
                  <a:pt x="410845" y="1111643"/>
                </a:lnTo>
                <a:lnTo>
                  <a:pt x="382612" y="1117346"/>
                </a:lnTo>
                <a:lnTo>
                  <a:pt x="359575" y="1132890"/>
                </a:lnTo>
                <a:lnTo>
                  <a:pt x="344043" y="1155928"/>
                </a:lnTo>
                <a:lnTo>
                  <a:pt x="338340" y="1184148"/>
                </a:lnTo>
                <a:lnTo>
                  <a:pt x="344043" y="1212380"/>
                </a:lnTo>
                <a:lnTo>
                  <a:pt x="359575" y="1235417"/>
                </a:lnTo>
                <a:lnTo>
                  <a:pt x="382612" y="1250962"/>
                </a:lnTo>
                <a:lnTo>
                  <a:pt x="410781" y="1256639"/>
                </a:lnTo>
                <a:lnTo>
                  <a:pt x="362508" y="1256639"/>
                </a:lnTo>
                <a:lnTo>
                  <a:pt x="334276" y="1262341"/>
                </a:lnTo>
                <a:lnTo>
                  <a:pt x="311238" y="1277886"/>
                </a:lnTo>
                <a:lnTo>
                  <a:pt x="295694" y="1300924"/>
                </a:lnTo>
                <a:lnTo>
                  <a:pt x="290004" y="1329143"/>
                </a:lnTo>
                <a:lnTo>
                  <a:pt x="290004" y="1498307"/>
                </a:lnTo>
                <a:lnTo>
                  <a:pt x="531672" y="1498307"/>
                </a:lnTo>
                <a:lnTo>
                  <a:pt x="531672" y="1329143"/>
                </a:lnTo>
                <a:close/>
              </a:path>
              <a:path w="1498600" h="1498600">
                <a:moveTo>
                  <a:pt x="797509" y="942479"/>
                </a:moveTo>
                <a:lnTo>
                  <a:pt x="749173" y="942479"/>
                </a:lnTo>
                <a:lnTo>
                  <a:pt x="749173" y="990815"/>
                </a:lnTo>
                <a:lnTo>
                  <a:pt x="797509" y="990815"/>
                </a:lnTo>
                <a:lnTo>
                  <a:pt x="797509" y="942479"/>
                </a:lnTo>
                <a:close/>
              </a:path>
              <a:path w="1498600" h="1498600">
                <a:moveTo>
                  <a:pt x="797509" y="845807"/>
                </a:moveTo>
                <a:lnTo>
                  <a:pt x="749173" y="845807"/>
                </a:lnTo>
                <a:lnTo>
                  <a:pt x="749173" y="894143"/>
                </a:lnTo>
                <a:lnTo>
                  <a:pt x="797509" y="894143"/>
                </a:lnTo>
                <a:lnTo>
                  <a:pt x="797509" y="845807"/>
                </a:lnTo>
                <a:close/>
              </a:path>
              <a:path w="1498600" h="1498600">
                <a:moveTo>
                  <a:pt x="797509" y="749160"/>
                </a:moveTo>
                <a:lnTo>
                  <a:pt x="749173" y="749160"/>
                </a:lnTo>
                <a:lnTo>
                  <a:pt x="749173" y="797483"/>
                </a:lnTo>
                <a:lnTo>
                  <a:pt x="797509" y="797483"/>
                </a:lnTo>
                <a:lnTo>
                  <a:pt x="797509" y="749160"/>
                </a:lnTo>
                <a:close/>
              </a:path>
              <a:path w="1498600" h="1498600">
                <a:moveTo>
                  <a:pt x="797509" y="652487"/>
                </a:moveTo>
                <a:lnTo>
                  <a:pt x="749173" y="652487"/>
                </a:lnTo>
                <a:lnTo>
                  <a:pt x="749173" y="700824"/>
                </a:lnTo>
                <a:lnTo>
                  <a:pt x="797509" y="700824"/>
                </a:lnTo>
                <a:lnTo>
                  <a:pt x="797509" y="652487"/>
                </a:lnTo>
                <a:close/>
              </a:path>
              <a:path w="1498600" h="1498600">
                <a:moveTo>
                  <a:pt x="797509" y="120827"/>
                </a:moveTo>
                <a:lnTo>
                  <a:pt x="749173" y="120827"/>
                </a:lnTo>
                <a:lnTo>
                  <a:pt x="749173" y="304165"/>
                </a:lnTo>
                <a:lnTo>
                  <a:pt x="683755" y="369582"/>
                </a:lnTo>
                <a:lnTo>
                  <a:pt x="717931" y="403758"/>
                </a:lnTo>
                <a:lnTo>
                  <a:pt x="794956" y="326720"/>
                </a:lnTo>
                <a:lnTo>
                  <a:pt x="797509" y="320573"/>
                </a:lnTo>
                <a:lnTo>
                  <a:pt x="797509" y="120827"/>
                </a:lnTo>
                <a:close/>
              </a:path>
              <a:path w="1498600" h="1498600">
                <a:moveTo>
                  <a:pt x="966546" y="1186446"/>
                </a:moveTo>
                <a:lnTo>
                  <a:pt x="966190" y="1179436"/>
                </a:lnTo>
                <a:lnTo>
                  <a:pt x="963841" y="1172832"/>
                </a:lnTo>
                <a:lnTo>
                  <a:pt x="959586" y="1167066"/>
                </a:lnTo>
                <a:lnTo>
                  <a:pt x="862914" y="1070394"/>
                </a:lnTo>
                <a:lnTo>
                  <a:pt x="828738" y="1104569"/>
                </a:lnTo>
                <a:lnTo>
                  <a:pt x="884161" y="1159979"/>
                </a:lnTo>
                <a:lnTo>
                  <a:pt x="628332" y="1159979"/>
                </a:lnTo>
                <a:lnTo>
                  <a:pt x="628332" y="1208316"/>
                </a:lnTo>
                <a:lnTo>
                  <a:pt x="942492" y="1208316"/>
                </a:lnTo>
                <a:lnTo>
                  <a:pt x="949579" y="1207262"/>
                </a:lnTo>
                <a:lnTo>
                  <a:pt x="955916" y="1204239"/>
                </a:lnTo>
                <a:lnTo>
                  <a:pt x="961123" y="1199540"/>
                </a:lnTo>
                <a:lnTo>
                  <a:pt x="964819" y="1193393"/>
                </a:lnTo>
                <a:lnTo>
                  <a:pt x="966546" y="1186446"/>
                </a:lnTo>
                <a:close/>
              </a:path>
              <a:path w="1498600" h="1498600">
                <a:moveTo>
                  <a:pt x="966660" y="1256652"/>
                </a:moveTo>
                <a:lnTo>
                  <a:pt x="652500" y="1256652"/>
                </a:lnTo>
                <a:lnTo>
                  <a:pt x="645414" y="1257719"/>
                </a:lnTo>
                <a:lnTo>
                  <a:pt x="639076" y="1260729"/>
                </a:lnTo>
                <a:lnTo>
                  <a:pt x="633869" y="1265428"/>
                </a:lnTo>
                <a:lnTo>
                  <a:pt x="630174" y="1271574"/>
                </a:lnTo>
                <a:lnTo>
                  <a:pt x="628446" y="1278521"/>
                </a:lnTo>
                <a:lnTo>
                  <a:pt x="628802" y="1285532"/>
                </a:lnTo>
                <a:lnTo>
                  <a:pt x="631151" y="1292136"/>
                </a:lnTo>
                <a:lnTo>
                  <a:pt x="635406" y="1297901"/>
                </a:lnTo>
                <a:lnTo>
                  <a:pt x="732078" y="1394574"/>
                </a:lnTo>
                <a:lnTo>
                  <a:pt x="766254" y="1360398"/>
                </a:lnTo>
                <a:lnTo>
                  <a:pt x="710831" y="1304988"/>
                </a:lnTo>
                <a:lnTo>
                  <a:pt x="966660" y="1304988"/>
                </a:lnTo>
                <a:lnTo>
                  <a:pt x="966660" y="1256652"/>
                </a:lnTo>
                <a:close/>
              </a:path>
              <a:path w="1498600" h="1498600">
                <a:moveTo>
                  <a:pt x="1135824" y="302082"/>
                </a:moveTo>
                <a:lnTo>
                  <a:pt x="1062532" y="302082"/>
                </a:lnTo>
                <a:lnTo>
                  <a:pt x="1062723" y="298043"/>
                </a:lnTo>
                <a:lnTo>
                  <a:pt x="1063320" y="294081"/>
                </a:lnTo>
                <a:lnTo>
                  <a:pt x="1063320" y="289991"/>
                </a:lnTo>
                <a:lnTo>
                  <a:pt x="1059484" y="242976"/>
                </a:lnTo>
                <a:lnTo>
                  <a:pt x="1048473" y="198374"/>
                </a:lnTo>
                <a:lnTo>
                  <a:pt x="1030871" y="156794"/>
                </a:lnTo>
                <a:lnTo>
                  <a:pt x="1007275" y="118808"/>
                </a:lnTo>
                <a:lnTo>
                  <a:pt x="978293" y="85026"/>
                </a:lnTo>
                <a:lnTo>
                  <a:pt x="944511" y="56045"/>
                </a:lnTo>
                <a:lnTo>
                  <a:pt x="906538" y="32461"/>
                </a:lnTo>
                <a:lnTo>
                  <a:pt x="864946" y="14859"/>
                </a:lnTo>
                <a:lnTo>
                  <a:pt x="820343" y="3835"/>
                </a:lnTo>
                <a:lnTo>
                  <a:pt x="773328" y="0"/>
                </a:lnTo>
                <a:lnTo>
                  <a:pt x="726211" y="3822"/>
                </a:lnTo>
                <a:lnTo>
                  <a:pt x="681228" y="14973"/>
                </a:lnTo>
                <a:lnTo>
                  <a:pt x="639064" y="32918"/>
                </a:lnTo>
                <a:lnTo>
                  <a:pt x="600456" y="57124"/>
                </a:lnTo>
                <a:lnTo>
                  <a:pt x="566102" y="87058"/>
                </a:lnTo>
                <a:lnTo>
                  <a:pt x="536714" y="122212"/>
                </a:lnTo>
                <a:lnTo>
                  <a:pt x="513016" y="162052"/>
                </a:lnTo>
                <a:lnTo>
                  <a:pt x="495693" y="206032"/>
                </a:lnTo>
                <a:lnTo>
                  <a:pt x="485724" y="252234"/>
                </a:lnTo>
                <a:lnTo>
                  <a:pt x="483387" y="298526"/>
                </a:lnTo>
                <a:lnTo>
                  <a:pt x="488365" y="344081"/>
                </a:lnTo>
                <a:lnTo>
                  <a:pt x="500354" y="388035"/>
                </a:lnTo>
                <a:lnTo>
                  <a:pt x="519087" y="429590"/>
                </a:lnTo>
                <a:lnTo>
                  <a:pt x="544233" y="467893"/>
                </a:lnTo>
                <a:lnTo>
                  <a:pt x="575500" y="502107"/>
                </a:lnTo>
                <a:lnTo>
                  <a:pt x="612584" y="531406"/>
                </a:lnTo>
                <a:lnTo>
                  <a:pt x="653935" y="554316"/>
                </a:lnTo>
                <a:lnTo>
                  <a:pt x="697572" y="569963"/>
                </a:lnTo>
                <a:lnTo>
                  <a:pt x="742607" y="578383"/>
                </a:lnTo>
                <a:lnTo>
                  <a:pt x="788162" y="579615"/>
                </a:lnTo>
                <a:lnTo>
                  <a:pt x="833348" y="573709"/>
                </a:lnTo>
                <a:lnTo>
                  <a:pt x="877290" y="560717"/>
                </a:lnTo>
                <a:lnTo>
                  <a:pt x="919086" y="540689"/>
                </a:lnTo>
                <a:lnTo>
                  <a:pt x="957859" y="513651"/>
                </a:lnTo>
                <a:lnTo>
                  <a:pt x="927125" y="476364"/>
                </a:lnTo>
                <a:lnTo>
                  <a:pt x="887603" y="502920"/>
                </a:lnTo>
                <a:lnTo>
                  <a:pt x="844702" y="520865"/>
                </a:lnTo>
                <a:lnTo>
                  <a:pt x="799706" y="530186"/>
                </a:lnTo>
                <a:lnTo>
                  <a:pt x="753948" y="530847"/>
                </a:lnTo>
                <a:lnTo>
                  <a:pt x="708710" y="522846"/>
                </a:lnTo>
                <a:lnTo>
                  <a:pt x="665302" y="506158"/>
                </a:lnTo>
                <a:lnTo>
                  <a:pt x="625017" y="480758"/>
                </a:lnTo>
                <a:lnTo>
                  <a:pt x="590473" y="447992"/>
                </a:lnTo>
                <a:lnTo>
                  <a:pt x="563587" y="410032"/>
                </a:lnTo>
                <a:lnTo>
                  <a:pt x="544677" y="368173"/>
                </a:lnTo>
                <a:lnTo>
                  <a:pt x="534022" y="323659"/>
                </a:lnTo>
                <a:lnTo>
                  <a:pt x="531952" y="277761"/>
                </a:lnTo>
                <a:lnTo>
                  <a:pt x="538759" y="231762"/>
                </a:lnTo>
                <a:lnTo>
                  <a:pt x="554736" y="186905"/>
                </a:lnTo>
                <a:lnTo>
                  <a:pt x="579170" y="146037"/>
                </a:lnTo>
                <a:lnTo>
                  <a:pt x="610336" y="111506"/>
                </a:lnTo>
                <a:lnTo>
                  <a:pt x="647065" y="83896"/>
                </a:lnTo>
                <a:lnTo>
                  <a:pt x="688174" y="63792"/>
                </a:lnTo>
                <a:lnTo>
                  <a:pt x="732510" y="51739"/>
                </a:lnTo>
                <a:lnTo>
                  <a:pt x="778891" y="48336"/>
                </a:lnTo>
                <a:lnTo>
                  <a:pt x="826147" y="54140"/>
                </a:lnTo>
                <a:lnTo>
                  <a:pt x="871372" y="69049"/>
                </a:lnTo>
                <a:lnTo>
                  <a:pt x="911872" y="91922"/>
                </a:lnTo>
                <a:lnTo>
                  <a:pt x="946835" y="121729"/>
                </a:lnTo>
                <a:lnTo>
                  <a:pt x="975436" y="157454"/>
                </a:lnTo>
                <a:lnTo>
                  <a:pt x="996873" y="198094"/>
                </a:lnTo>
                <a:lnTo>
                  <a:pt x="1010335" y="242608"/>
                </a:lnTo>
                <a:lnTo>
                  <a:pt x="1014996" y="289991"/>
                </a:lnTo>
                <a:lnTo>
                  <a:pt x="1014996" y="294055"/>
                </a:lnTo>
                <a:lnTo>
                  <a:pt x="1014539" y="302082"/>
                </a:lnTo>
                <a:lnTo>
                  <a:pt x="942492" y="302082"/>
                </a:lnTo>
                <a:lnTo>
                  <a:pt x="1039164" y="430961"/>
                </a:lnTo>
                <a:lnTo>
                  <a:pt x="1135824" y="302082"/>
                </a:lnTo>
                <a:close/>
              </a:path>
              <a:path w="1498600" h="1498600">
                <a:moveTo>
                  <a:pt x="1498320" y="1087488"/>
                </a:moveTo>
                <a:lnTo>
                  <a:pt x="1490827" y="1054608"/>
                </a:lnTo>
                <a:lnTo>
                  <a:pt x="1469491" y="1025537"/>
                </a:lnTo>
                <a:lnTo>
                  <a:pt x="1454988" y="1014996"/>
                </a:lnTo>
                <a:lnTo>
                  <a:pt x="1449984" y="1011364"/>
                </a:lnTo>
                <a:lnTo>
                  <a:pt x="1449984" y="1087488"/>
                </a:lnTo>
                <a:lnTo>
                  <a:pt x="1449984" y="1232496"/>
                </a:lnTo>
                <a:lnTo>
                  <a:pt x="1449984" y="1309649"/>
                </a:lnTo>
                <a:lnTo>
                  <a:pt x="1425816" y="1321943"/>
                </a:lnTo>
                <a:lnTo>
                  <a:pt x="1425816" y="1377492"/>
                </a:lnTo>
                <a:lnTo>
                  <a:pt x="1425816" y="1425816"/>
                </a:lnTo>
                <a:lnTo>
                  <a:pt x="1377480" y="1425816"/>
                </a:lnTo>
                <a:lnTo>
                  <a:pt x="1377480" y="1377492"/>
                </a:lnTo>
                <a:lnTo>
                  <a:pt x="1425816" y="1377492"/>
                </a:lnTo>
                <a:lnTo>
                  <a:pt x="1425816" y="1321943"/>
                </a:lnTo>
                <a:lnTo>
                  <a:pt x="1410436" y="1329753"/>
                </a:lnTo>
                <a:lnTo>
                  <a:pt x="1368602" y="1343850"/>
                </a:lnTo>
                <a:lnTo>
                  <a:pt x="1325168" y="1351762"/>
                </a:lnTo>
                <a:lnTo>
                  <a:pt x="1280820" y="1353324"/>
                </a:lnTo>
                <a:lnTo>
                  <a:pt x="1236484" y="1351762"/>
                </a:lnTo>
                <a:lnTo>
                  <a:pt x="1193050" y="1343850"/>
                </a:lnTo>
                <a:lnTo>
                  <a:pt x="1151216" y="1329753"/>
                </a:lnTo>
                <a:lnTo>
                  <a:pt x="1111656" y="1309649"/>
                </a:lnTo>
                <a:lnTo>
                  <a:pt x="1111656" y="1232496"/>
                </a:lnTo>
                <a:lnTo>
                  <a:pt x="1124470" y="1258252"/>
                </a:lnTo>
                <a:lnTo>
                  <a:pt x="1159929" y="1281569"/>
                </a:lnTo>
                <a:lnTo>
                  <a:pt x="1213535" y="1298473"/>
                </a:lnTo>
                <a:lnTo>
                  <a:pt x="1280820" y="1304988"/>
                </a:lnTo>
                <a:lnTo>
                  <a:pt x="1348105" y="1298473"/>
                </a:lnTo>
                <a:lnTo>
                  <a:pt x="1401724" y="1281569"/>
                </a:lnTo>
                <a:lnTo>
                  <a:pt x="1437170" y="1258252"/>
                </a:lnTo>
                <a:lnTo>
                  <a:pt x="1449984" y="1232496"/>
                </a:lnTo>
                <a:lnTo>
                  <a:pt x="1449984" y="1087488"/>
                </a:lnTo>
                <a:lnTo>
                  <a:pt x="1437170" y="1113256"/>
                </a:lnTo>
                <a:lnTo>
                  <a:pt x="1425829" y="1120724"/>
                </a:lnTo>
                <a:lnTo>
                  <a:pt x="1425829" y="1184160"/>
                </a:lnTo>
                <a:lnTo>
                  <a:pt x="1425829" y="1232496"/>
                </a:lnTo>
                <a:lnTo>
                  <a:pt x="1377492" y="1232496"/>
                </a:lnTo>
                <a:lnTo>
                  <a:pt x="1377492" y="1184160"/>
                </a:lnTo>
                <a:lnTo>
                  <a:pt x="1425829" y="1184160"/>
                </a:lnTo>
                <a:lnTo>
                  <a:pt x="1425829" y="1120724"/>
                </a:lnTo>
                <a:lnTo>
                  <a:pt x="1401711" y="1136573"/>
                </a:lnTo>
                <a:lnTo>
                  <a:pt x="1348105" y="1153477"/>
                </a:lnTo>
                <a:lnTo>
                  <a:pt x="1280820" y="1159992"/>
                </a:lnTo>
                <a:lnTo>
                  <a:pt x="1213548" y="1153477"/>
                </a:lnTo>
                <a:lnTo>
                  <a:pt x="1159941" y="1136573"/>
                </a:lnTo>
                <a:lnTo>
                  <a:pt x="1124483" y="1113256"/>
                </a:lnTo>
                <a:lnTo>
                  <a:pt x="1111656" y="1087488"/>
                </a:lnTo>
                <a:lnTo>
                  <a:pt x="1124483" y="1061720"/>
                </a:lnTo>
                <a:lnTo>
                  <a:pt x="1159941" y="1038402"/>
                </a:lnTo>
                <a:lnTo>
                  <a:pt x="1213548" y="1021511"/>
                </a:lnTo>
                <a:lnTo>
                  <a:pt x="1280820" y="1014996"/>
                </a:lnTo>
                <a:lnTo>
                  <a:pt x="1348105" y="1021511"/>
                </a:lnTo>
                <a:lnTo>
                  <a:pt x="1401711" y="1038402"/>
                </a:lnTo>
                <a:lnTo>
                  <a:pt x="1437170" y="1061720"/>
                </a:lnTo>
                <a:lnTo>
                  <a:pt x="1449984" y="1087488"/>
                </a:lnTo>
                <a:lnTo>
                  <a:pt x="1449984" y="1011364"/>
                </a:lnTo>
                <a:lnTo>
                  <a:pt x="1436077" y="1001229"/>
                </a:lnTo>
                <a:lnTo>
                  <a:pt x="1392326" y="982675"/>
                </a:lnTo>
                <a:lnTo>
                  <a:pt x="1339989" y="970826"/>
                </a:lnTo>
                <a:lnTo>
                  <a:pt x="1280820" y="966660"/>
                </a:lnTo>
                <a:lnTo>
                  <a:pt x="1221663" y="970826"/>
                </a:lnTo>
                <a:lnTo>
                  <a:pt x="1169327" y="982675"/>
                </a:lnTo>
                <a:lnTo>
                  <a:pt x="1125575" y="1001229"/>
                </a:lnTo>
                <a:lnTo>
                  <a:pt x="1092161" y="1025537"/>
                </a:lnTo>
                <a:lnTo>
                  <a:pt x="1063320" y="1087488"/>
                </a:lnTo>
                <a:lnTo>
                  <a:pt x="1063320" y="1377492"/>
                </a:lnTo>
                <a:lnTo>
                  <a:pt x="1092161" y="1439430"/>
                </a:lnTo>
                <a:lnTo>
                  <a:pt x="1125575" y="1463738"/>
                </a:lnTo>
                <a:lnTo>
                  <a:pt x="1169327" y="1482305"/>
                </a:lnTo>
                <a:lnTo>
                  <a:pt x="1221663" y="1494155"/>
                </a:lnTo>
                <a:lnTo>
                  <a:pt x="1280820" y="1498320"/>
                </a:lnTo>
                <a:lnTo>
                  <a:pt x="1339989" y="1494155"/>
                </a:lnTo>
                <a:lnTo>
                  <a:pt x="1392326" y="1482305"/>
                </a:lnTo>
                <a:lnTo>
                  <a:pt x="1436077" y="1463738"/>
                </a:lnTo>
                <a:lnTo>
                  <a:pt x="1469491" y="1439430"/>
                </a:lnTo>
                <a:lnTo>
                  <a:pt x="1498320" y="1377492"/>
                </a:lnTo>
                <a:lnTo>
                  <a:pt x="1498320" y="1353324"/>
                </a:lnTo>
                <a:lnTo>
                  <a:pt x="1498320" y="1184160"/>
                </a:lnTo>
                <a:lnTo>
                  <a:pt x="1498320" y="1159992"/>
                </a:lnTo>
                <a:lnTo>
                  <a:pt x="1498320" y="1087488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8177588" y="3364164"/>
            <a:ext cx="1931670" cy="1498600"/>
            <a:chOff x="8177588" y="3364164"/>
            <a:chExt cx="1931670" cy="1498600"/>
          </a:xfrm>
        </p:grpSpPr>
        <p:sp>
          <p:nvSpPr>
            <p:cNvPr id="14" name="object 14"/>
            <p:cNvSpPr/>
            <p:nvPr/>
          </p:nvSpPr>
          <p:spPr>
            <a:xfrm>
              <a:off x="8177581" y="3364166"/>
              <a:ext cx="1931670" cy="1498600"/>
            </a:xfrm>
            <a:custGeom>
              <a:avLst/>
              <a:gdLst/>
              <a:ahLst/>
              <a:cxnLst/>
              <a:rect l="l" t="t" r="r" b="b"/>
              <a:pathLst>
                <a:path w="1931670" h="1498600">
                  <a:moveTo>
                    <a:pt x="732510" y="998880"/>
                  </a:moveTo>
                  <a:lnTo>
                    <a:pt x="668045" y="1026858"/>
                  </a:lnTo>
                  <a:lnTo>
                    <a:pt x="632510" y="1075601"/>
                  </a:lnTo>
                  <a:lnTo>
                    <a:pt x="627557" y="1083119"/>
                  </a:lnTo>
                  <a:lnTo>
                    <a:pt x="571093" y="1047826"/>
                  </a:lnTo>
                  <a:lnTo>
                    <a:pt x="575894" y="1040409"/>
                  </a:lnTo>
                  <a:lnTo>
                    <a:pt x="586765" y="1024458"/>
                  </a:lnTo>
                  <a:lnTo>
                    <a:pt x="603504" y="1001280"/>
                  </a:lnTo>
                  <a:lnTo>
                    <a:pt x="625894" y="972210"/>
                  </a:lnTo>
                  <a:lnTo>
                    <a:pt x="466140" y="932294"/>
                  </a:lnTo>
                  <a:lnTo>
                    <a:pt x="366255" y="799109"/>
                  </a:lnTo>
                  <a:lnTo>
                    <a:pt x="366255" y="732510"/>
                  </a:lnTo>
                  <a:lnTo>
                    <a:pt x="466140" y="732510"/>
                  </a:lnTo>
                  <a:lnTo>
                    <a:pt x="532739" y="632625"/>
                  </a:lnTo>
                  <a:lnTo>
                    <a:pt x="587146" y="496608"/>
                  </a:lnTo>
                  <a:lnTo>
                    <a:pt x="541896" y="508863"/>
                  </a:lnTo>
                  <a:lnTo>
                    <a:pt x="508190" y="519493"/>
                  </a:lnTo>
                  <a:lnTo>
                    <a:pt x="486981" y="527024"/>
                  </a:lnTo>
                  <a:lnTo>
                    <a:pt x="479234" y="530047"/>
                  </a:lnTo>
                  <a:lnTo>
                    <a:pt x="453021" y="468845"/>
                  </a:lnTo>
                  <a:lnTo>
                    <a:pt x="463283" y="464731"/>
                  </a:lnTo>
                  <a:lnTo>
                    <a:pt x="487311" y="456069"/>
                  </a:lnTo>
                  <a:lnTo>
                    <a:pt x="524192" y="444347"/>
                  </a:lnTo>
                  <a:lnTo>
                    <a:pt x="573024" y="431088"/>
                  </a:lnTo>
                  <a:lnTo>
                    <a:pt x="499440" y="332968"/>
                  </a:lnTo>
                  <a:lnTo>
                    <a:pt x="432854" y="133184"/>
                  </a:lnTo>
                  <a:lnTo>
                    <a:pt x="266369" y="332968"/>
                  </a:lnTo>
                  <a:lnTo>
                    <a:pt x="33299" y="332968"/>
                  </a:lnTo>
                  <a:lnTo>
                    <a:pt x="0" y="399554"/>
                  </a:lnTo>
                  <a:lnTo>
                    <a:pt x="0" y="532739"/>
                  </a:lnTo>
                  <a:lnTo>
                    <a:pt x="133184" y="532739"/>
                  </a:lnTo>
                  <a:lnTo>
                    <a:pt x="266369" y="965581"/>
                  </a:lnTo>
                  <a:lnTo>
                    <a:pt x="432854" y="1132065"/>
                  </a:lnTo>
                  <a:lnTo>
                    <a:pt x="432854" y="1498320"/>
                  </a:lnTo>
                  <a:lnTo>
                    <a:pt x="532739" y="1465021"/>
                  </a:lnTo>
                  <a:lnTo>
                    <a:pt x="732510" y="998880"/>
                  </a:lnTo>
                  <a:close/>
                </a:path>
                <a:path w="1931670" h="1498600">
                  <a:moveTo>
                    <a:pt x="865657" y="0"/>
                  </a:moveTo>
                  <a:lnTo>
                    <a:pt x="566000" y="0"/>
                  </a:lnTo>
                  <a:lnTo>
                    <a:pt x="566000" y="166471"/>
                  </a:lnTo>
                  <a:lnTo>
                    <a:pt x="632587" y="199771"/>
                  </a:lnTo>
                  <a:lnTo>
                    <a:pt x="732472" y="366255"/>
                  </a:lnTo>
                  <a:lnTo>
                    <a:pt x="865657" y="166471"/>
                  </a:lnTo>
                  <a:lnTo>
                    <a:pt x="865657" y="153657"/>
                  </a:lnTo>
                  <a:lnTo>
                    <a:pt x="802017" y="155232"/>
                  </a:lnTo>
                  <a:lnTo>
                    <a:pt x="751700" y="159372"/>
                  </a:lnTo>
                  <a:lnTo>
                    <a:pt x="718388" y="163703"/>
                  </a:lnTo>
                  <a:lnTo>
                    <a:pt x="705739" y="165811"/>
                  </a:lnTo>
                  <a:lnTo>
                    <a:pt x="692658" y="100520"/>
                  </a:lnTo>
                  <a:lnTo>
                    <a:pt x="708723" y="97713"/>
                  </a:lnTo>
                  <a:lnTo>
                    <a:pt x="745210" y="92798"/>
                  </a:lnTo>
                  <a:lnTo>
                    <a:pt x="798664" y="88226"/>
                  </a:lnTo>
                  <a:lnTo>
                    <a:pt x="865657" y="86461"/>
                  </a:lnTo>
                  <a:lnTo>
                    <a:pt x="865657" y="0"/>
                  </a:lnTo>
                  <a:close/>
                </a:path>
                <a:path w="1931670" h="1498600">
                  <a:moveTo>
                    <a:pt x="1415643" y="589102"/>
                  </a:moveTo>
                  <a:lnTo>
                    <a:pt x="1346974" y="552424"/>
                  </a:lnTo>
                  <a:lnTo>
                    <a:pt x="1305610" y="534073"/>
                  </a:lnTo>
                  <a:lnTo>
                    <a:pt x="1259573" y="516509"/>
                  </a:lnTo>
                  <a:lnTo>
                    <a:pt x="1208862" y="500329"/>
                  </a:lnTo>
                  <a:lnTo>
                    <a:pt x="1153502" y="486117"/>
                  </a:lnTo>
                  <a:lnTo>
                    <a:pt x="1093508" y="474484"/>
                  </a:lnTo>
                  <a:lnTo>
                    <a:pt x="1028877" y="466013"/>
                  </a:lnTo>
                  <a:lnTo>
                    <a:pt x="970546" y="461479"/>
                  </a:lnTo>
                  <a:lnTo>
                    <a:pt x="914514" y="459549"/>
                  </a:lnTo>
                  <a:lnTo>
                    <a:pt x="865695" y="532739"/>
                  </a:lnTo>
                  <a:lnTo>
                    <a:pt x="765810" y="599325"/>
                  </a:lnTo>
                  <a:lnTo>
                    <a:pt x="898994" y="665911"/>
                  </a:lnTo>
                  <a:lnTo>
                    <a:pt x="732510" y="765810"/>
                  </a:lnTo>
                  <a:lnTo>
                    <a:pt x="769874" y="821842"/>
                  </a:lnTo>
                  <a:lnTo>
                    <a:pt x="805395" y="792378"/>
                  </a:lnTo>
                  <a:lnTo>
                    <a:pt x="843495" y="763727"/>
                  </a:lnTo>
                  <a:lnTo>
                    <a:pt x="884110" y="736447"/>
                  </a:lnTo>
                  <a:lnTo>
                    <a:pt x="927188" y="711047"/>
                  </a:lnTo>
                  <a:lnTo>
                    <a:pt x="972667" y="688073"/>
                  </a:lnTo>
                  <a:lnTo>
                    <a:pt x="1020495" y="668045"/>
                  </a:lnTo>
                  <a:lnTo>
                    <a:pt x="1082408" y="646442"/>
                  </a:lnTo>
                  <a:lnTo>
                    <a:pt x="1141018" y="628967"/>
                  </a:lnTo>
                  <a:lnTo>
                    <a:pt x="1196187" y="615238"/>
                  </a:lnTo>
                  <a:lnTo>
                    <a:pt x="1247775" y="604862"/>
                  </a:lnTo>
                  <a:lnTo>
                    <a:pt x="1295654" y="597446"/>
                  </a:lnTo>
                  <a:lnTo>
                    <a:pt x="1339684" y="592607"/>
                  </a:lnTo>
                  <a:lnTo>
                    <a:pt x="1379728" y="589965"/>
                  </a:lnTo>
                  <a:lnTo>
                    <a:pt x="1415643" y="589102"/>
                  </a:lnTo>
                  <a:close/>
                </a:path>
                <a:path w="1931670" h="1498600">
                  <a:moveTo>
                    <a:pt x="1731391" y="1032179"/>
                  </a:moveTo>
                  <a:lnTo>
                    <a:pt x="1631505" y="898994"/>
                  </a:lnTo>
                  <a:lnTo>
                    <a:pt x="1598206" y="799109"/>
                  </a:lnTo>
                  <a:lnTo>
                    <a:pt x="1681911" y="715403"/>
                  </a:lnTo>
                  <a:lnTo>
                    <a:pt x="1625371" y="691032"/>
                  </a:lnTo>
                  <a:lnTo>
                    <a:pt x="1576235" y="675817"/>
                  </a:lnTo>
                  <a:lnTo>
                    <a:pt x="1541322" y="667956"/>
                  </a:lnTo>
                  <a:lnTo>
                    <a:pt x="1523453" y="664921"/>
                  </a:lnTo>
                  <a:lnTo>
                    <a:pt x="1517484" y="663689"/>
                  </a:lnTo>
                  <a:lnTo>
                    <a:pt x="1500924" y="661060"/>
                  </a:lnTo>
                  <a:lnTo>
                    <a:pt x="1474266" y="658190"/>
                  </a:lnTo>
                  <a:lnTo>
                    <a:pt x="1437957" y="656259"/>
                  </a:lnTo>
                  <a:lnTo>
                    <a:pt x="1392478" y="656450"/>
                  </a:lnTo>
                  <a:lnTo>
                    <a:pt x="1338287" y="659942"/>
                  </a:lnTo>
                  <a:lnTo>
                    <a:pt x="1275867" y="667905"/>
                  </a:lnTo>
                  <a:lnTo>
                    <a:pt x="1205674" y="681520"/>
                  </a:lnTo>
                  <a:lnTo>
                    <a:pt x="1128191" y="701967"/>
                  </a:lnTo>
                  <a:lnTo>
                    <a:pt x="1043863" y="730415"/>
                  </a:lnTo>
                  <a:lnTo>
                    <a:pt x="992746" y="752259"/>
                  </a:lnTo>
                  <a:lnTo>
                    <a:pt x="944435" y="777900"/>
                  </a:lnTo>
                  <a:lnTo>
                    <a:pt x="899020" y="806513"/>
                  </a:lnTo>
                  <a:lnTo>
                    <a:pt x="856627" y="837272"/>
                  </a:lnTo>
                  <a:lnTo>
                    <a:pt x="817346" y="869353"/>
                  </a:lnTo>
                  <a:lnTo>
                    <a:pt x="965581" y="898994"/>
                  </a:lnTo>
                  <a:lnTo>
                    <a:pt x="965581" y="1032179"/>
                  </a:lnTo>
                  <a:lnTo>
                    <a:pt x="1032179" y="1132065"/>
                  </a:lnTo>
                  <a:lnTo>
                    <a:pt x="1098765" y="1132065"/>
                  </a:lnTo>
                  <a:lnTo>
                    <a:pt x="1165352" y="932281"/>
                  </a:lnTo>
                  <a:lnTo>
                    <a:pt x="1165352" y="799109"/>
                  </a:lnTo>
                  <a:lnTo>
                    <a:pt x="1265250" y="799109"/>
                  </a:lnTo>
                  <a:lnTo>
                    <a:pt x="1331836" y="898994"/>
                  </a:lnTo>
                  <a:lnTo>
                    <a:pt x="1431721" y="799109"/>
                  </a:lnTo>
                  <a:lnTo>
                    <a:pt x="1465021" y="865695"/>
                  </a:lnTo>
                  <a:lnTo>
                    <a:pt x="1465021" y="965581"/>
                  </a:lnTo>
                  <a:lnTo>
                    <a:pt x="1731391" y="1032179"/>
                  </a:lnTo>
                  <a:close/>
                </a:path>
                <a:path w="1931670" h="1498600">
                  <a:moveTo>
                    <a:pt x="1910118" y="955941"/>
                  </a:moveTo>
                  <a:lnTo>
                    <a:pt x="1907730" y="905586"/>
                  </a:lnTo>
                  <a:lnTo>
                    <a:pt x="1896173" y="855167"/>
                  </a:lnTo>
                  <a:lnTo>
                    <a:pt x="1874621" y="805510"/>
                  </a:lnTo>
                  <a:lnTo>
                    <a:pt x="1846440" y="762596"/>
                  </a:lnTo>
                  <a:lnTo>
                    <a:pt x="1813179" y="725957"/>
                  </a:lnTo>
                  <a:lnTo>
                    <a:pt x="1776336" y="695121"/>
                  </a:lnTo>
                  <a:lnTo>
                    <a:pt x="1737474" y="669594"/>
                  </a:lnTo>
                  <a:lnTo>
                    <a:pt x="1698091" y="648893"/>
                  </a:lnTo>
                  <a:lnTo>
                    <a:pt x="1698091" y="699211"/>
                  </a:lnTo>
                  <a:lnTo>
                    <a:pt x="1681911" y="715391"/>
                  </a:lnTo>
                  <a:lnTo>
                    <a:pt x="1718856" y="736638"/>
                  </a:lnTo>
                  <a:lnTo>
                    <a:pt x="1754238" y="762850"/>
                  </a:lnTo>
                  <a:lnTo>
                    <a:pt x="1786255" y="794524"/>
                  </a:lnTo>
                  <a:lnTo>
                    <a:pt x="1813090" y="832154"/>
                  </a:lnTo>
                  <a:lnTo>
                    <a:pt x="1832978" y="876211"/>
                  </a:lnTo>
                  <a:lnTo>
                    <a:pt x="1843176" y="929614"/>
                  </a:lnTo>
                  <a:lnTo>
                    <a:pt x="1840903" y="983576"/>
                  </a:lnTo>
                  <a:lnTo>
                    <a:pt x="1829282" y="1036116"/>
                  </a:lnTo>
                  <a:lnTo>
                    <a:pt x="1811477" y="1085253"/>
                  </a:lnTo>
                  <a:lnTo>
                    <a:pt x="1790598" y="1128991"/>
                  </a:lnTo>
                  <a:lnTo>
                    <a:pt x="1769808" y="1165352"/>
                  </a:lnTo>
                  <a:lnTo>
                    <a:pt x="1664792" y="1165352"/>
                  </a:lnTo>
                  <a:lnTo>
                    <a:pt x="1564906" y="1231938"/>
                  </a:lnTo>
                  <a:lnTo>
                    <a:pt x="1564906" y="1331836"/>
                  </a:lnTo>
                  <a:lnTo>
                    <a:pt x="1698091" y="1298536"/>
                  </a:lnTo>
                  <a:lnTo>
                    <a:pt x="1864563" y="1365123"/>
                  </a:lnTo>
                  <a:lnTo>
                    <a:pt x="1864563" y="1265237"/>
                  </a:lnTo>
                  <a:lnTo>
                    <a:pt x="1824075" y="1204506"/>
                  </a:lnTo>
                  <a:lnTo>
                    <a:pt x="1811731" y="1223505"/>
                  </a:lnTo>
                  <a:lnTo>
                    <a:pt x="1801533" y="1238211"/>
                  </a:lnTo>
                  <a:lnTo>
                    <a:pt x="1790712" y="1252715"/>
                  </a:lnTo>
                  <a:lnTo>
                    <a:pt x="1738642" y="1211199"/>
                  </a:lnTo>
                  <a:lnTo>
                    <a:pt x="1747964" y="1198524"/>
                  </a:lnTo>
                  <a:lnTo>
                    <a:pt x="1757781" y="1184211"/>
                  </a:lnTo>
                  <a:lnTo>
                    <a:pt x="1769846" y="1165352"/>
                  </a:lnTo>
                  <a:lnTo>
                    <a:pt x="1797977" y="1165352"/>
                  </a:lnTo>
                  <a:lnTo>
                    <a:pt x="1824075" y="1204506"/>
                  </a:lnTo>
                  <a:lnTo>
                    <a:pt x="1860854" y="1138072"/>
                  </a:lnTo>
                  <a:lnTo>
                    <a:pt x="1878685" y="1097292"/>
                  </a:lnTo>
                  <a:lnTo>
                    <a:pt x="1893938" y="1052728"/>
                  </a:lnTo>
                  <a:lnTo>
                    <a:pt x="1904961" y="1005293"/>
                  </a:lnTo>
                  <a:lnTo>
                    <a:pt x="1910118" y="955941"/>
                  </a:lnTo>
                  <a:close/>
                </a:path>
                <a:path w="1931670" h="1498600">
                  <a:moveTo>
                    <a:pt x="1931162" y="366255"/>
                  </a:moveTo>
                  <a:lnTo>
                    <a:pt x="1598206" y="199771"/>
                  </a:lnTo>
                  <a:lnTo>
                    <a:pt x="1498320" y="199771"/>
                  </a:lnTo>
                  <a:lnTo>
                    <a:pt x="1362913" y="273608"/>
                  </a:lnTo>
                  <a:lnTo>
                    <a:pt x="1344739" y="255752"/>
                  </a:lnTo>
                  <a:lnTo>
                    <a:pt x="1305623" y="221792"/>
                  </a:lnTo>
                  <a:lnTo>
                    <a:pt x="1238796" y="176593"/>
                  </a:lnTo>
                  <a:lnTo>
                    <a:pt x="1191450" y="152222"/>
                  </a:lnTo>
                  <a:lnTo>
                    <a:pt x="1143127" y="132448"/>
                  </a:lnTo>
                  <a:lnTo>
                    <a:pt x="1094435" y="116852"/>
                  </a:lnTo>
                  <a:lnTo>
                    <a:pt x="1045933" y="104990"/>
                  </a:lnTo>
                  <a:lnTo>
                    <a:pt x="998232" y="96443"/>
                  </a:lnTo>
                  <a:lnTo>
                    <a:pt x="951903" y="90805"/>
                  </a:lnTo>
                  <a:lnTo>
                    <a:pt x="907529" y="87630"/>
                  </a:lnTo>
                  <a:lnTo>
                    <a:pt x="865695" y="86499"/>
                  </a:lnTo>
                  <a:lnTo>
                    <a:pt x="865695" y="153657"/>
                  </a:lnTo>
                  <a:lnTo>
                    <a:pt x="909091" y="154952"/>
                  </a:lnTo>
                  <a:lnTo>
                    <a:pt x="955243" y="158623"/>
                  </a:lnTo>
                  <a:lnTo>
                    <a:pt x="1003363" y="165176"/>
                  </a:lnTo>
                  <a:lnTo>
                    <a:pt x="1052664" y="175158"/>
                  </a:lnTo>
                  <a:lnTo>
                    <a:pt x="1102360" y="189115"/>
                  </a:lnTo>
                  <a:lnTo>
                    <a:pt x="1151648" y="207581"/>
                  </a:lnTo>
                  <a:lnTo>
                    <a:pt x="1199769" y="231089"/>
                  </a:lnTo>
                  <a:lnTo>
                    <a:pt x="1245908" y="260172"/>
                  </a:lnTo>
                  <a:lnTo>
                    <a:pt x="1288326" y="294792"/>
                  </a:lnTo>
                  <a:lnTo>
                    <a:pt x="1301521" y="307124"/>
                  </a:lnTo>
                  <a:lnTo>
                    <a:pt x="1132065" y="399542"/>
                  </a:lnTo>
                  <a:lnTo>
                    <a:pt x="1032179" y="332955"/>
                  </a:lnTo>
                  <a:lnTo>
                    <a:pt x="932294" y="332955"/>
                  </a:lnTo>
                  <a:lnTo>
                    <a:pt x="932294" y="393446"/>
                  </a:lnTo>
                  <a:lnTo>
                    <a:pt x="957427" y="394296"/>
                  </a:lnTo>
                  <a:lnTo>
                    <a:pt x="982980" y="395579"/>
                  </a:lnTo>
                  <a:lnTo>
                    <a:pt x="1035507" y="399707"/>
                  </a:lnTo>
                  <a:lnTo>
                    <a:pt x="1099616" y="407949"/>
                  </a:lnTo>
                  <a:lnTo>
                    <a:pt x="1159446" y="419061"/>
                  </a:lnTo>
                  <a:lnTo>
                    <a:pt x="1215021" y="432587"/>
                  </a:lnTo>
                  <a:lnTo>
                    <a:pt x="1266329" y="448056"/>
                  </a:lnTo>
                  <a:lnTo>
                    <a:pt x="1313408" y="464959"/>
                  </a:lnTo>
                  <a:lnTo>
                    <a:pt x="1356271" y="482841"/>
                  </a:lnTo>
                  <a:lnTo>
                    <a:pt x="1394929" y="501205"/>
                  </a:lnTo>
                  <a:lnTo>
                    <a:pt x="1429397" y="519582"/>
                  </a:lnTo>
                  <a:lnTo>
                    <a:pt x="1459699" y="537489"/>
                  </a:lnTo>
                  <a:lnTo>
                    <a:pt x="1442389" y="501700"/>
                  </a:lnTo>
                  <a:lnTo>
                    <a:pt x="1421612" y="463448"/>
                  </a:lnTo>
                  <a:lnTo>
                    <a:pt x="1397254" y="423786"/>
                  </a:lnTo>
                  <a:lnTo>
                    <a:pt x="1369199" y="383806"/>
                  </a:lnTo>
                  <a:lnTo>
                    <a:pt x="1337335" y="344563"/>
                  </a:lnTo>
                  <a:lnTo>
                    <a:pt x="1301546" y="307124"/>
                  </a:lnTo>
                  <a:lnTo>
                    <a:pt x="1362900" y="273646"/>
                  </a:lnTo>
                  <a:lnTo>
                    <a:pt x="1404620" y="320306"/>
                  </a:lnTo>
                  <a:lnTo>
                    <a:pt x="1440878" y="368477"/>
                  </a:lnTo>
                  <a:lnTo>
                    <a:pt x="1471917" y="416636"/>
                  </a:lnTo>
                  <a:lnTo>
                    <a:pt x="1497990" y="463219"/>
                  </a:lnTo>
                  <a:lnTo>
                    <a:pt x="1519326" y="506704"/>
                  </a:lnTo>
                  <a:lnTo>
                    <a:pt x="1536166" y="545541"/>
                  </a:lnTo>
                  <a:lnTo>
                    <a:pt x="1557388" y="603148"/>
                  </a:lnTo>
                  <a:lnTo>
                    <a:pt x="1583512" y="608825"/>
                  </a:lnTo>
                  <a:lnTo>
                    <a:pt x="1617052" y="617918"/>
                  </a:lnTo>
                  <a:lnTo>
                    <a:pt x="1655927" y="631075"/>
                  </a:lnTo>
                  <a:lnTo>
                    <a:pt x="1698091" y="648868"/>
                  </a:lnTo>
                  <a:lnTo>
                    <a:pt x="1698091" y="532726"/>
                  </a:lnTo>
                  <a:lnTo>
                    <a:pt x="1931162" y="466140"/>
                  </a:lnTo>
                  <a:lnTo>
                    <a:pt x="1931162" y="366255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3490" y="4186002"/>
              <a:ext cx="191452" cy="1683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750607" y="3757361"/>
              <a:ext cx="359410" cy="103505"/>
            </a:xfrm>
            <a:custGeom>
              <a:avLst/>
              <a:gdLst/>
              <a:ahLst/>
              <a:cxnLst/>
              <a:rect l="l" t="t" r="r" b="b"/>
              <a:pathLst>
                <a:path w="359409" h="103504">
                  <a:moveTo>
                    <a:pt x="296252" y="0"/>
                  </a:moveTo>
                  <a:lnTo>
                    <a:pt x="236749" y="2333"/>
                  </a:lnTo>
                  <a:lnTo>
                    <a:pt x="180991" y="6830"/>
                  </a:lnTo>
                  <a:lnTo>
                    <a:pt x="129208" y="13062"/>
                  </a:lnTo>
                  <a:lnTo>
                    <a:pt x="81629" y="20600"/>
                  </a:lnTo>
                  <a:lnTo>
                    <a:pt x="38483" y="29014"/>
                  </a:lnTo>
                  <a:lnTo>
                    <a:pt x="0" y="37876"/>
                  </a:lnTo>
                  <a:lnTo>
                    <a:pt x="26314" y="72940"/>
                  </a:lnTo>
                  <a:lnTo>
                    <a:pt x="14122" y="103408"/>
                  </a:lnTo>
                  <a:lnTo>
                    <a:pt x="88587" y="87398"/>
                  </a:lnTo>
                  <a:lnTo>
                    <a:pt x="131978" y="80235"/>
                  </a:lnTo>
                  <a:lnTo>
                    <a:pt x="179183" y="74154"/>
                  </a:lnTo>
                  <a:lnTo>
                    <a:pt x="229982" y="69546"/>
                  </a:lnTo>
                  <a:lnTo>
                    <a:pt x="284158" y="66801"/>
                  </a:lnTo>
                  <a:lnTo>
                    <a:pt x="341490" y="66311"/>
                  </a:lnTo>
                  <a:lnTo>
                    <a:pt x="359270" y="39641"/>
                  </a:lnTo>
                  <a:lnTo>
                    <a:pt x="359270" y="258"/>
                  </a:lnTo>
                  <a:lnTo>
                    <a:pt x="296252" y="0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431897" y="3363676"/>
            <a:ext cx="1871345" cy="1500505"/>
            <a:chOff x="2431897" y="3363676"/>
            <a:chExt cx="1871345" cy="1500505"/>
          </a:xfrm>
        </p:grpSpPr>
        <p:sp>
          <p:nvSpPr>
            <p:cNvPr id="18" name="object 18"/>
            <p:cNvSpPr/>
            <p:nvPr/>
          </p:nvSpPr>
          <p:spPr>
            <a:xfrm>
              <a:off x="2431897" y="3363683"/>
              <a:ext cx="1871345" cy="1404620"/>
            </a:xfrm>
            <a:custGeom>
              <a:avLst/>
              <a:gdLst/>
              <a:ahLst/>
              <a:cxnLst/>
              <a:rect l="l" t="t" r="r" b="b"/>
              <a:pathLst>
                <a:path w="1871345" h="1404620">
                  <a:moveTo>
                    <a:pt x="275043" y="550303"/>
                  </a:moveTo>
                  <a:lnTo>
                    <a:pt x="241071" y="317106"/>
                  </a:lnTo>
                  <a:lnTo>
                    <a:pt x="0" y="543509"/>
                  </a:lnTo>
                  <a:lnTo>
                    <a:pt x="275043" y="550303"/>
                  </a:lnTo>
                  <a:close/>
                </a:path>
                <a:path w="1871345" h="1404620">
                  <a:moveTo>
                    <a:pt x="635558" y="481634"/>
                  </a:moveTo>
                  <a:lnTo>
                    <a:pt x="302933" y="272757"/>
                  </a:lnTo>
                  <a:lnTo>
                    <a:pt x="296392" y="268757"/>
                  </a:lnTo>
                  <a:lnTo>
                    <a:pt x="288124" y="268960"/>
                  </a:lnTo>
                  <a:lnTo>
                    <a:pt x="275463" y="277609"/>
                  </a:lnTo>
                  <a:lnTo>
                    <a:pt x="272249" y="285242"/>
                  </a:lnTo>
                  <a:lnTo>
                    <a:pt x="273608" y="292785"/>
                  </a:lnTo>
                  <a:lnTo>
                    <a:pt x="363016" y="907249"/>
                  </a:lnTo>
                  <a:lnTo>
                    <a:pt x="635558" y="481634"/>
                  </a:lnTo>
                  <a:close/>
                </a:path>
                <a:path w="1871345" h="1404620">
                  <a:moveTo>
                    <a:pt x="1136992" y="1388681"/>
                  </a:moveTo>
                  <a:lnTo>
                    <a:pt x="1076566" y="833932"/>
                  </a:lnTo>
                  <a:lnTo>
                    <a:pt x="987145" y="14528"/>
                  </a:lnTo>
                  <a:lnTo>
                    <a:pt x="979233" y="20231"/>
                  </a:lnTo>
                  <a:lnTo>
                    <a:pt x="971981" y="26695"/>
                  </a:lnTo>
                  <a:lnTo>
                    <a:pt x="965415" y="33870"/>
                  </a:lnTo>
                  <a:lnTo>
                    <a:pt x="959612" y="41706"/>
                  </a:lnTo>
                  <a:lnTo>
                    <a:pt x="370890" y="960551"/>
                  </a:lnTo>
                  <a:lnTo>
                    <a:pt x="377012" y="980846"/>
                  </a:lnTo>
                  <a:lnTo>
                    <a:pt x="387350" y="999070"/>
                  </a:lnTo>
                  <a:lnTo>
                    <a:pt x="401434" y="1014564"/>
                  </a:lnTo>
                  <a:lnTo>
                    <a:pt x="418820" y="1026718"/>
                  </a:lnTo>
                  <a:lnTo>
                    <a:pt x="1114069" y="1404162"/>
                  </a:lnTo>
                  <a:lnTo>
                    <a:pt x="1121765" y="1403718"/>
                  </a:lnTo>
                  <a:lnTo>
                    <a:pt x="1133716" y="1395666"/>
                  </a:lnTo>
                  <a:lnTo>
                    <a:pt x="1136992" y="1388681"/>
                  </a:lnTo>
                  <a:close/>
                </a:path>
                <a:path w="1871345" h="1404620">
                  <a:moveTo>
                    <a:pt x="1408125" y="1243812"/>
                  </a:moveTo>
                  <a:lnTo>
                    <a:pt x="1402892" y="1239316"/>
                  </a:lnTo>
                  <a:lnTo>
                    <a:pt x="1397127" y="1235468"/>
                  </a:lnTo>
                  <a:lnTo>
                    <a:pt x="1390954" y="1232369"/>
                  </a:lnTo>
                  <a:lnTo>
                    <a:pt x="1141666" y="1101471"/>
                  </a:lnTo>
                  <a:lnTo>
                    <a:pt x="1171346" y="1373644"/>
                  </a:lnTo>
                  <a:lnTo>
                    <a:pt x="1408125" y="1243812"/>
                  </a:lnTo>
                  <a:close/>
                </a:path>
                <a:path w="1871345" h="1404620">
                  <a:moveTo>
                    <a:pt x="1778774" y="389902"/>
                  </a:moveTo>
                  <a:lnTo>
                    <a:pt x="1777238" y="382193"/>
                  </a:lnTo>
                  <a:lnTo>
                    <a:pt x="1776310" y="374307"/>
                  </a:lnTo>
                  <a:lnTo>
                    <a:pt x="1770380" y="367931"/>
                  </a:lnTo>
                  <a:lnTo>
                    <a:pt x="1762569" y="366458"/>
                  </a:lnTo>
                  <a:lnTo>
                    <a:pt x="1544751" y="316382"/>
                  </a:lnTo>
                  <a:lnTo>
                    <a:pt x="1090523" y="635063"/>
                  </a:lnTo>
                  <a:lnTo>
                    <a:pt x="1109116" y="804240"/>
                  </a:lnTo>
                  <a:lnTo>
                    <a:pt x="1775345" y="397751"/>
                  </a:lnTo>
                  <a:lnTo>
                    <a:pt x="1778774" y="389902"/>
                  </a:lnTo>
                  <a:close/>
                </a:path>
                <a:path w="1871345" h="1404620">
                  <a:moveTo>
                    <a:pt x="1871306" y="37134"/>
                  </a:moveTo>
                  <a:lnTo>
                    <a:pt x="1868436" y="29184"/>
                  </a:lnTo>
                  <a:lnTo>
                    <a:pt x="1866328" y="20916"/>
                  </a:lnTo>
                  <a:lnTo>
                    <a:pt x="1858721" y="15240"/>
                  </a:lnTo>
                  <a:lnTo>
                    <a:pt x="1850199" y="15595"/>
                  </a:lnTo>
                  <a:lnTo>
                    <a:pt x="1129626" y="1371"/>
                  </a:lnTo>
                  <a:lnTo>
                    <a:pt x="1037856" y="0"/>
                  </a:lnTo>
                  <a:lnTo>
                    <a:pt x="1021486" y="571"/>
                  </a:lnTo>
                  <a:lnTo>
                    <a:pt x="1086231" y="594296"/>
                  </a:lnTo>
                  <a:lnTo>
                    <a:pt x="1861286" y="50647"/>
                  </a:lnTo>
                  <a:lnTo>
                    <a:pt x="1868347" y="46012"/>
                  </a:lnTo>
                  <a:lnTo>
                    <a:pt x="1871306" y="37134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7663" y="4636460"/>
              <a:ext cx="211810" cy="2272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FFFFFF"/>
                </a:solidFill>
                <a:latin typeface="DM Sans"/>
                <a:cs typeface="DM Sans"/>
              </a:rPr>
              <a:t>Migration</a:t>
            </a:r>
            <a:r>
              <a:rPr sz="4600" spc="-1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4600" dirty="0">
                <a:solidFill>
                  <a:srgbClr val="FFFFFF"/>
                </a:solidFill>
                <a:latin typeface="DM Sans"/>
                <a:cs typeface="DM Sans"/>
              </a:rPr>
              <a:t>Project</a:t>
            </a:r>
            <a:r>
              <a:rPr sz="4600" spc="-1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4600" spc="-10" dirty="0">
                <a:solidFill>
                  <a:srgbClr val="FFFFFF"/>
                </a:solidFill>
                <a:latin typeface="DM Sans"/>
                <a:cs typeface="DM Sans"/>
              </a:rPr>
              <a:t>Goals</a:t>
            </a:r>
            <a:endParaRPr sz="4600">
              <a:latin typeface="DM Sans"/>
              <a:cs typeface="DM San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1286" y="6863232"/>
            <a:ext cx="8115297" cy="25050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6863232"/>
            <a:ext cx="8115297" cy="25050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1247" y="3310267"/>
            <a:ext cx="8115299" cy="33242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87" y="3310267"/>
            <a:ext cx="8115296" cy="332422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492308" y="7275003"/>
            <a:ext cx="503174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Make</a:t>
            </a:r>
            <a:r>
              <a:rPr sz="2900" spc="-7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insights</a:t>
            </a:r>
            <a:r>
              <a:rPr sz="2900" spc="-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easy</a:t>
            </a:r>
            <a:r>
              <a:rPr sz="2900" spc="-8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2900" spc="-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explore</a:t>
            </a:r>
            <a:endParaRPr sz="2900">
              <a:latin typeface="DM Sans"/>
              <a:cs typeface="DM Sans"/>
            </a:endParaRPr>
          </a:p>
          <a:p>
            <a:pPr marL="224790" marR="18986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Build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interactive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Excel</a:t>
            </a:r>
            <a:r>
              <a:rPr sz="19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dashboard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DM Sans"/>
                <a:cs typeface="DM Sans"/>
              </a:rPr>
              <a:t>for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quick</a:t>
            </a:r>
            <a:r>
              <a:rPr sz="1950" spc="5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public</a:t>
            </a:r>
            <a:r>
              <a:rPr sz="1950" spc="5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exploration.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5433" y="7275003"/>
            <a:ext cx="511048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Explain</a:t>
            </a:r>
            <a:r>
              <a:rPr sz="2900" spc="-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what</a:t>
            </a:r>
            <a:r>
              <a:rPr sz="2900" spc="-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drives</a:t>
            </a:r>
            <a:r>
              <a:rPr sz="2900" spc="-4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outcomes</a:t>
            </a:r>
            <a:endParaRPr sz="2900">
              <a:latin typeface="DM Sans"/>
              <a:cs typeface="DM Sans"/>
            </a:endParaRPr>
          </a:p>
          <a:p>
            <a:pPr marL="224790" marR="14224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Link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interruptions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failures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reasons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like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storms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or</a:t>
            </a:r>
            <a:r>
              <a:rPr sz="1950" spc="-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injury.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92308" y="3722038"/>
            <a:ext cx="5159375" cy="2410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72845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Track</a:t>
            </a:r>
            <a:r>
              <a:rPr sz="2900" spc="-18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performance</a:t>
            </a:r>
            <a:r>
              <a:rPr sz="2900" spc="-18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success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Use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distance,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duration,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average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speed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assess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journeys.</a:t>
            </a:r>
            <a:endParaRPr sz="1950">
              <a:latin typeface="DM Sans"/>
              <a:cs typeface="DM Sans"/>
            </a:endParaRPr>
          </a:p>
          <a:p>
            <a:pPr marL="224790" marR="89471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Summarize</a:t>
            </a:r>
            <a:r>
              <a:rPr sz="1950" spc="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outcomes</a:t>
            </a:r>
            <a:r>
              <a:rPr sz="1950" spc="7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using</a:t>
            </a:r>
            <a:r>
              <a:rPr sz="1950" spc="7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overall 	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migration</a:t>
            </a:r>
            <a:r>
              <a:rPr sz="1950" b="1" spc="7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2DC295"/>
                </a:solidFill>
                <a:latin typeface="DM Sans"/>
                <a:cs typeface="DM Sans"/>
              </a:rPr>
              <a:t>success</a:t>
            </a:r>
            <a:r>
              <a:rPr sz="1950" b="1" spc="15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indicators.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5433" y="3722038"/>
            <a:ext cx="496062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Map</a:t>
            </a:r>
            <a:r>
              <a:rPr sz="2900" spc="-1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DM Sans"/>
                <a:cs typeface="DM Sans"/>
              </a:rPr>
              <a:t>key</a:t>
            </a:r>
            <a:r>
              <a:rPr sz="2900" spc="-114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FFFFFF"/>
                </a:solidFill>
                <a:latin typeface="DM Sans"/>
                <a:cs typeface="DM Sans"/>
              </a:rPr>
              <a:t>migration</a:t>
            </a:r>
            <a:r>
              <a:rPr sz="2900" spc="-1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DM Sans"/>
                <a:cs typeface="DM Sans"/>
              </a:rPr>
              <a:t>patterns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Compare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movements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by</a:t>
            </a:r>
            <a:r>
              <a:rPr sz="19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species,</a:t>
            </a:r>
            <a:r>
              <a:rPr sz="19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region, 	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month,</a:t>
            </a:r>
            <a:r>
              <a:rPr sz="1950" spc="8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habitat,</a:t>
            </a:r>
            <a:r>
              <a:rPr sz="1950" spc="8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950" spc="8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DM Sans"/>
                <a:cs typeface="DM Sans"/>
              </a:rPr>
              <a:t>weather.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72904" y="7536535"/>
            <a:ext cx="1235075" cy="1156335"/>
          </a:xfrm>
          <a:custGeom>
            <a:avLst/>
            <a:gdLst/>
            <a:ahLst/>
            <a:cxnLst/>
            <a:rect l="l" t="t" r="r" b="b"/>
            <a:pathLst>
              <a:path w="1235075" h="1156334">
                <a:moveTo>
                  <a:pt x="503872" y="405320"/>
                </a:moveTo>
                <a:lnTo>
                  <a:pt x="473798" y="352806"/>
                </a:lnTo>
                <a:lnTo>
                  <a:pt x="446354" y="337312"/>
                </a:lnTo>
                <a:lnTo>
                  <a:pt x="446354" y="420255"/>
                </a:lnTo>
                <a:lnTo>
                  <a:pt x="444042" y="431698"/>
                </a:lnTo>
                <a:lnTo>
                  <a:pt x="437743" y="441045"/>
                </a:lnTo>
                <a:lnTo>
                  <a:pt x="428396" y="447344"/>
                </a:lnTo>
                <a:lnTo>
                  <a:pt x="416953" y="449656"/>
                </a:lnTo>
                <a:lnTo>
                  <a:pt x="405511" y="447344"/>
                </a:lnTo>
                <a:lnTo>
                  <a:pt x="396163" y="441045"/>
                </a:lnTo>
                <a:lnTo>
                  <a:pt x="389864" y="431698"/>
                </a:lnTo>
                <a:lnTo>
                  <a:pt x="387553" y="420255"/>
                </a:lnTo>
                <a:lnTo>
                  <a:pt x="389877" y="408825"/>
                </a:lnTo>
                <a:lnTo>
                  <a:pt x="396176" y="399478"/>
                </a:lnTo>
                <a:lnTo>
                  <a:pt x="405523" y="393179"/>
                </a:lnTo>
                <a:lnTo>
                  <a:pt x="416953" y="390855"/>
                </a:lnTo>
                <a:lnTo>
                  <a:pt x="428409" y="393179"/>
                </a:lnTo>
                <a:lnTo>
                  <a:pt x="437756" y="399478"/>
                </a:lnTo>
                <a:lnTo>
                  <a:pt x="444055" y="408825"/>
                </a:lnTo>
                <a:lnTo>
                  <a:pt x="446354" y="420255"/>
                </a:lnTo>
                <a:lnTo>
                  <a:pt x="446354" y="337312"/>
                </a:lnTo>
                <a:lnTo>
                  <a:pt x="386283" y="337540"/>
                </a:lnTo>
                <a:lnTo>
                  <a:pt x="340639" y="376021"/>
                </a:lnTo>
                <a:lnTo>
                  <a:pt x="330022" y="405320"/>
                </a:lnTo>
                <a:lnTo>
                  <a:pt x="330136" y="420255"/>
                </a:lnTo>
                <a:lnTo>
                  <a:pt x="330250" y="436499"/>
                </a:lnTo>
                <a:lnTo>
                  <a:pt x="340880" y="464870"/>
                </a:lnTo>
                <a:lnTo>
                  <a:pt x="360464" y="487984"/>
                </a:lnTo>
                <a:lnTo>
                  <a:pt x="387553" y="503389"/>
                </a:lnTo>
                <a:lnTo>
                  <a:pt x="387553" y="598551"/>
                </a:lnTo>
                <a:lnTo>
                  <a:pt x="389864" y="610006"/>
                </a:lnTo>
                <a:lnTo>
                  <a:pt x="396163" y="619340"/>
                </a:lnTo>
                <a:lnTo>
                  <a:pt x="405511" y="625640"/>
                </a:lnTo>
                <a:lnTo>
                  <a:pt x="416953" y="627951"/>
                </a:lnTo>
                <a:lnTo>
                  <a:pt x="428396" y="625640"/>
                </a:lnTo>
                <a:lnTo>
                  <a:pt x="437743" y="619340"/>
                </a:lnTo>
                <a:lnTo>
                  <a:pt x="444042" y="610006"/>
                </a:lnTo>
                <a:lnTo>
                  <a:pt x="446354" y="598551"/>
                </a:lnTo>
                <a:lnTo>
                  <a:pt x="446354" y="503389"/>
                </a:lnTo>
                <a:lnTo>
                  <a:pt x="473443" y="487984"/>
                </a:lnTo>
                <a:lnTo>
                  <a:pt x="493026" y="464870"/>
                </a:lnTo>
                <a:lnTo>
                  <a:pt x="498716" y="449656"/>
                </a:lnTo>
                <a:lnTo>
                  <a:pt x="503643" y="436499"/>
                </a:lnTo>
                <a:lnTo>
                  <a:pt x="503770" y="420255"/>
                </a:lnTo>
                <a:lnTo>
                  <a:pt x="503872" y="405320"/>
                </a:lnTo>
                <a:close/>
              </a:path>
              <a:path w="1235075" h="1156334">
                <a:moveTo>
                  <a:pt x="549033" y="902881"/>
                </a:moveTo>
                <a:lnTo>
                  <a:pt x="540524" y="860945"/>
                </a:lnTo>
                <a:lnTo>
                  <a:pt x="535762" y="853884"/>
                </a:lnTo>
                <a:lnTo>
                  <a:pt x="517423" y="826693"/>
                </a:lnTo>
                <a:lnTo>
                  <a:pt x="501192" y="815746"/>
                </a:lnTo>
                <a:lnTo>
                  <a:pt x="483171" y="803579"/>
                </a:lnTo>
                <a:lnTo>
                  <a:pt x="441236" y="795083"/>
                </a:lnTo>
                <a:lnTo>
                  <a:pt x="278599" y="795083"/>
                </a:lnTo>
                <a:lnTo>
                  <a:pt x="267944" y="782383"/>
                </a:lnTo>
                <a:lnTo>
                  <a:pt x="255219" y="771982"/>
                </a:lnTo>
                <a:lnTo>
                  <a:pt x="240792" y="764120"/>
                </a:lnTo>
                <a:lnTo>
                  <a:pt x="235445" y="762406"/>
                </a:lnTo>
                <a:lnTo>
                  <a:pt x="235445" y="845146"/>
                </a:lnTo>
                <a:lnTo>
                  <a:pt x="233121" y="856589"/>
                </a:lnTo>
                <a:lnTo>
                  <a:pt x="226822" y="865936"/>
                </a:lnTo>
                <a:lnTo>
                  <a:pt x="217462" y="872236"/>
                </a:lnTo>
                <a:lnTo>
                  <a:pt x="206044" y="874547"/>
                </a:lnTo>
                <a:lnTo>
                  <a:pt x="194602" y="872236"/>
                </a:lnTo>
                <a:lnTo>
                  <a:pt x="185267" y="865936"/>
                </a:lnTo>
                <a:lnTo>
                  <a:pt x="178968" y="856589"/>
                </a:lnTo>
                <a:lnTo>
                  <a:pt x="176657" y="845146"/>
                </a:lnTo>
                <a:lnTo>
                  <a:pt x="178968" y="833704"/>
                </a:lnTo>
                <a:lnTo>
                  <a:pt x="185267" y="824357"/>
                </a:lnTo>
                <a:lnTo>
                  <a:pt x="194602" y="818057"/>
                </a:lnTo>
                <a:lnTo>
                  <a:pt x="206044" y="815746"/>
                </a:lnTo>
                <a:lnTo>
                  <a:pt x="217487" y="818057"/>
                </a:lnTo>
                <a:lnTo>
                  <a:pt x="226834" y="824357"/>
                </a:lnTo>
                <a:lnTo>
                  <a:pt x="233133" y="833704"/>
                </a:lnTo>
                <a:lnTo>
                  <a:pt x="235445" y="845146"/>
                </a:lnTo>
                <a:lnTo>
                  <a:pt x="235445" y="762406"/>
                </a:lnTo>
                <a:lnTo>
                  <a:pt x="225018" y="759028"/>
                </a:lnTo>
                <a:lnTo>
                  <a:pt x="225018" y="683247"/>
                </a:lnTo>
                <a:lnTo>
                  <a:pt x="228879" y="664184"/>
                </a:lnTo>
                <a:lnTo>
                  <a:pt x="239382" y="648614"/>
                </a:lnTo>
                <a:lnTo>
                  <a:pt x="254952" y="638111"/>
                </a:lnTo>
                <a:lnTo>
                  <a:pt x="274015" y="634250"/>
                </a:lnTo>
                <a:lnTo>
                  <a:pt x="306171" y="634250"/>
                </a:lnTo>
                <a:lnTo>
                  <a:pt x="317614" y="631939"/>
                </a:lnTo>
                <a:lnTo>
                  <a:pt x="326961" y="625640"/>
                </a:lnTo>
                <a:lnTo>
                  <a:pt x="333260" y="616292"/>
                </a:lnTo>
                <a:lnTo>
                  <a:pt x="335572" y="604850"/>
                </a:lnTo>
                <a:lnTo>
                  <a:pt x="333260" y="593407"/>
                </a:lnTo>
                <a:lnTo>
                  <a:pt x="326961" y="584060"/>
                </a:lnTo>
                <a:lnTo>
                  <a:pt x="317614" y="577761"/>
                </a:lnTo>
                <a:lnTo>
                  <a:pt x="306171" y="575449"/>
                </a:lnTo>
                <a:lnTo>
                  <a:pt x="274015" y="575449"/>
                </a:lnTo>
                <a:lnTo>
                  <a:pt x="231559" y="584060"/>
                </a:lnTo>
                <a:lnTo>
                  <a:pt x="231914" y="584060"/>
                </a:lnTo>
                <a:lnTo>
                  <a:pt x="197827" y="607060"/>
                </a:lnTo>
                <a:lnTo>
                  <a:pt x="174713" y="641311"/>
                </a:lnTo>
                <a:lnTo>
                  <a:pt x="166217" y="683247"/>
                </a:lnTo>
                <a:lnTo>
                  <a:pt x="166217" y="766495"/>
                </a:lnTo>
                <a:lnTo>
                  <a:pt x="145084" y="781443"/>
                </a:lnTo>
                <a:lnTo>
                  <a:pt x="129463" y="801420"/>
                </a:lnTo>
                <a:lnTo>
                  <a:pt x="120167" y="825030"/>
                </a:lnTo>
                <a:lnTo>
                  <a:pt x="118033" y="850836"/>
                </a:lnTo>
                <a:lnTo>
                  <a:pt x="123469" y="876147"/>
                </a:lnTo>
                <a:lnTo>
                  <a:pt x="135712" y="898359"/>
                </a:lnTo>
                <a:lnTo>
                  <a:pt x="153771" y="916178"/>
                </a:lnTo>
                <a:lnTo>
                  <a:pt x="176644" y="928281"/>
                </a:lnTo>
                <a:lnTo>
                  <a:pt x="176644" y="1023454"/>
                </a:lnTo>
                <a:lnTo>
                  <a:pt x="178955" y="1034897"/>
                </a:lnTo>
                <a:lnTo>
                  <a:pt x="185254" y="1044244"/>
                </a:lnTo>
                <a:lnTo>
                  <a:pt x="194602" y="1050544"/>
                </a:lnTo>
                <a:lnTo>
                  <a:pt x="206044" y="1052855"/>
                </a:lnTo>
                <a:lnTo>
                  <a:pt x="217487" y="1050544"/>
                </a:lnTo>
                <a:lnTo>
                  <a:pt x="226834" y="1044244"/>
                </a:lnTo>
                <a:lnTo>
                  <a:pt x="233133" y="1034897"/>
                </a:lnTo>
                <a:lnTo>
                  <a:pt x="235445" y="1023454"/>
                </a:lnTo>
                <a:lnTo>
                  <a:pt x="235445" y="928281"/>
                </a:lnTo>
                <a:lnTo>
                  <a:pt x="257657" y="916609"/>
                </a:lnTo>
                <a:lnTo>
                  <a:pt x="275412" y="899541"/>
                </a:lnTo>
                <a:lnTo>
                  <a:pt x="287769" y="878243"/>
                </a:lnTo>
                <a:lnTo>
                  <a:pt x="288683" y="874547"/>
                </a:lnTo>
                <a:lnTo>
                  <a:pt x="293801" y="853884"/>
                </a:lnTo>
                <a:lnTo>
                  <a:pt x="441236" y="853884"/>
                </a:lnTo>
                <a:lnTo>
                  <a:pt x="460298" y="857745"/>
                </a:lnTo>
                <a:lnTo>
                  <a:pt x="475869" y="868248"/>
                </a:lnTo>
                <a:lnTo>
                  <a:pt x="486371" y="883818"/>
                </a:lnTo>
                <a:lnTo>
                  <a:pt x="490232" y="902881"/>
                </a:lnTo>
                <a:lnTo>
                  <a:pt x="490232" y="930148"/>
                </a:lnTo>
                <a:lnTo>
                  <a:pt x="486371" y="949210"/>
                </a:lnTo>
                <a:lnTo>
                  <a:pt x="475869" y="964768"/>
                </a:lnTo>
                <a:lnTo>
                  <a:pt x="460298" y="975271"/>
                </a:lnTo>
                <a:lnTo>
                  <a:pt x="441236" y="979144"/>
                </a:lnTo>
                <a:lnTo>
                  <a:pt x="312762" y="979144"/>
                </a:lnTo>
                <a:lnTo>
                  <a:pt x="301320" y="981456"/>
                </a:lnTo>
                <a:lnTo>
                  <a:pt x="291973" y="987755"/>
                </a:lnTo>
                <a:lnTo>
                  <a:pt x="285673" y="997102"/>
                </a:lnTo>
                <a:lnTo>
                  <a:pt x="283362" y="1008545"/>
                </a:lnTo>
                <a:lnTo>
                  <a:pt x="285673" y="1019987"/>
                </a:lnTo>
                <a:lnTo>
                  <a:pt x="288010" y="1023454"/>
                </a:lnTo>
                <a:lnTo>
                  <a:pt x="292138" y="1029436"/>
                </a:lnTo>
                <a:lnTo>
                  <a:pt x="301320" y="1035621"/>
                </a:lnTo>
                <a:lnTo>
                  <a:pt x="312762" y="1037932"/>
                </a:lnTo>
                <a:lnTo>
                  <a:pt x="441236" y="1037932"/>
                </a:lnTo>
                <a:lnTo>
                  <a:pt x="483171" y="1029436"/>
                </a:lnTo>
                <a:lnTo>
                  <a:pt x="517423" y="1006322"/>
                </a:lnTo>
                <a:lnTo>
                  <a:pt x="540524" y="972083"/>
                </a:lnTo>
                <a:lnTo>
                  <a:pt x="549033" y="930148"/>
                </a:lnTo>
                <a:lnTo>
                  <a:pt x="549033" y="902881"/>
                </a:lnTo>
                <a:close/>
              </a:path>
              <a:path w="1235075" h="1156334">
                <a:moveTo>
                  <a:pt x="743737" y="871029"/>
                </a:moveTo>
                <a:lnTo>
                  <a:pt x="741426" y="859586"/>
                </a:lnTo>
                <a:lnTo>
                  <a:pt x="735126" y="850239"/>
                </a:lnTo>
                <a:lnTo>
                  <a:pt x="725779" y="843940"/>
                </a:lnTo>
                <a:lnTo>
                  <a:pt x="714336" y="841629"/>
                </a:lnTo>
                <a:lnTo>
                  <a:pt x="702894" y="843940"/>
                </a:lnTo>
                <a:lnTo>
                  <a:pt x="693547" y="850239"/>
                </a:lnTo>
                <a:lnTo>
                  <a:pt x="687247" y="859586"/>
                </a:lnTo>
                <a:lnTo>
                  <a:pt x="684936" y="871029"/>
                </a:lnTo>
                <a:lnTo>
                  <a:pt x="687247" y="882472"/>
                </a:lnTo>
                <a:lnTo>
                  <a:pt x="693547" y="891819"/>
                </a:lnTo>
                <a:lnTo>
                  <a:pt x="702894" y="898118"/>
                </a:lnTo>
                <a:lnTo>
                  <a:pt x="714336" y="900430"/>
                </a:lnTo>
                <a:lnTo>
                  <a:pt x="725779" y="898118"/>
                </a:lnTo>
                <a:lnTo>
                  <a:pt x="735126" y="891819"/>
                </a:lnTo>
                <a:lnTo>
                  <a:pt x="741426" y="882472"/>
                </a:lnTo>
                <a:lnTo>
                  <a:pt x="743737" y="871029"/>
                </a:lnTo>
                <a:close/>
              </a:path>
              <a:path w="1235075" h="1156334">
                <a:moveTo>
                  <a:pt x="743737" y="675043"/>
                </a:moveTo>
                <a:lnTo>
                  <a:pt x="741426" y="663600"/>
                </a:lnTo>
                <a:lnTo>
                  <a:pt x="735126" y="654253"/>
                </a:lnTo>
                <a:lnTo>
                  <a:pt x="725779" y="647954"/>
                </a:lnTo>
                <a:lnTo>
                  <a:pt x="714336" y="645642"/>
                </a:lnTo>
                <a:lnTo>
                  <a:pt x="702894" y="647954"/>
                </a:lnTo>
                <a:lnTo>
                  <a:pt x="693547" y="654253"/>
                </a:lnTo>
                <a:lnTo>
                  <a:pt x="687247" y="663600"/>
                </a:lnTo>
                <a:lnTo>
                  <a:pt x="684936" y="675043"/>
                </a:lnTo>
                <a:lnTo>
                  <a:pt x="687247" y="686485"/>
                </a:lnTo>
                <a:lnTo>
                  <a:pt x="693547" y="695833"/>
                </a:lnTo>
                <a:lnTo>
                  <a:pt x="702894" y="702132"/>
                </a:lnTo>
                <a:lnTo>
                  <a:pt x="714336" y="704443"/>
                </a:lnTo>
                <a:lnTo>
                  <a:pt x="725779" y="702132"/>
                </a:lnTo>
                <a:lnTo>
                  <a:pt x="735126" y="695833"/>
                </a:lnTo>
                <a:lnTo>
                  <a:pt x="741426" y="686485"/>
                </a:lnTo>
                <a:lnTo>
                  <a:pt x="743737" y="675043"/>
                </a:lnTo>
                <a:close/>
              </a:path>
              <a:path w="1235075" h="1156334">
                <a:moveTo>
                  <a:pt x="743737" y="479056"/>
                </a:moveTo>
                <a:lnTo>
                  <a:pt x="741426" y="467614"/>
                </a:lnTo>
                <a:lnTo>
                  <a:pt x="735126" y="458266"/>
                </a:lnTo>
                <a:lnTo>
                  <a:pt x="725779" y="451967"/>
                </a:lnTo>
                <a:lnTo>
                  <a:pt x="714336" y="449656"/>
                </a:lnTo>
                <a:lnTo>
                  <a:pt x="702894" y="451967"/>
                </a:lnTo>
                <a:lnTo>
                  <a:pt x="693547" y="458266"/>
                </a:lnTo>
                <a:lnTo>
                  <a:pt x="687247" y="467614"/>
                </a:lnTo>
                <a:lnTo>
                  <a:pt x="684936" y="479056"/>
                </a:lnTo>
                <a:lnTo>
                  <a:pt x="687247" y="490499"/>
                </a:lnTo>
                <a:lnTo>
                  <a:pt x="693547" y="499833"/>
                </a:lnTo>
                <a:lnTo>
                  <a:pt x="702894" y="506145"/>
                </a:lnTo>
                <a:lnTo>
                  <a:pt x="714336" y="508457"/>
                </a:lnTo>
                <a:lnTo>
                  <a:pt x="725779" y="506145"/>
                </a:lnTo>
                <a:lnTo>
                  <a:pt x="735126" y="499833"/>
                </a:lnTo>
                <a:lnTo>
                  <a:pt x="741426" y="490499"/>
                </a:lnTo>
                <a:lnTo>
                  <a:pt x="743737" y="479056"/>
                </a:lnTo>
                <a:close/>
              </a:path>
              <a:path w="1235075" h="1156334">
                <a:moveTo>
                  <a:pt x="872134" y="156781"/>
                </a:moveTo>
                <a:lnTo>
                  <a:pt x="869835" y="145351"/>
                </a:lnTo>
                <a:lnTo>
                  <a:pt x="863536" y="136004"/>
                </a:lnTo>
                <a:lnTo>
                  <a:pt x="854189" y="129692"/>
                </a:lnTo>
                <a:lnTo>
                  <a:pt x="842733" y="127381"/>
                </a:lnTo>
                <a:lnTo>
                  <a:pt x="831303" y="129692"/>
                </a:lnTo>
                <a:lnTo>
                  <a:pt x="821956" y="136004"/>
                </a:lnTo>
                <a:lnTo>
                  <a:pt x="815644" y="145351"/>
                </a:lnTo>
                <a:lnTo>
                  <a:pt x="813333" y="156781"/>
                </a:lnTo>
                <a:lnTo>
                  <a:pt x="815644" y="168224"/>
                </a:lnTo>
                <a:lnTo>
                  <a:pt x="821956" y="177571"/>
                </a:lnTo>
                <a:lnTo>
                  <a:pt x="831303" y="183870"/>
                </a:lnTo>
                <a:lnTo>
                  <a:pt x="842733" y="186182"/>
                </a:lnTo>
                <a:lnTo>
                  <a:pt x="854189" y="183870"/>
                </a:lnTo>
                <a:lnTo>
                  <a:pt x="863536" y="177571"/>
                </a:lnTo>
                <a:lnTo>
                  <a:pt x="869835" y="168224"/>
                </a:lnTo>
                <a:lnTo>
                  <a:pt x="872134" y="156781"/>
                </a:lnTo>
                <a:close/>
              </a:path>
              <a:path w="1235075" h="1156334">
                <a:moveTo>
                  <a:pt x="989736" y="156781"/>
                </a:moveTo>
                <a:lnTo>
                  <a:pt x="987425" y="145351"/>
                </a:lnTo>
                <a:lnTo>
                  <a:pt x="981125" y="136004"/>
                </a:lnTo>
                <a:lnTo>
                  <a:pt x="971778" y="129692"/>
                </a:lnTo>
                <a:lnTo>
                  <a:pt x="960335" y="127381"/>
                </a:lnTo>
                <a:lnTo>
                  <a:pt x="948893" y="129692"/>
                </a:lnTo>
                <a:lnTo>
                  <a:pt x="939546" y="136004"/>
                </a:lnTo>
                <a:lnTo>
                  <a:pt x="933246" y="145351"/>
                </a:lnTo>
                <a:lnTo>
                  <a:pt x="930935" y="156781"/>
                </a:lnTo>
                <a:lnTo>
                  <a:pt x="933246" y="168224"/>
                </a:lnTo>
                <a:lnTo>
                  <a:pt x="939546" y="177571"/>
                </a:lnTo>
                <a:lnTo>
                  <a:pt x="948893" y="183870"/>
                </a:lnTo>
                <a:lnTo>
                  <a:pt x="960335" y="186182"/>
                </a:lnTo>
                <a:lnTo>
                  <a:pt x="971778" y="183870"/>
                </a:lnTo>
                <a:lnTo>
                  <a:pt x="981125" y="177571"/>
                </a:lnTo>
                <a:lnTo>
                  <a:pt x="987425" y="168224"/>
                </a:lnTo>
                <a:lnTo>
                  <a:pt x="989736" y="156781"/>
                </a:lnTo>
                <a:close/>
              </a:path>
              <a:path w="1235075" h="1156334">
                <a:moveTo>
                  <a:pt x="1107325" y="871029"/>
                </a:moveTo>
                <a:lnTo>
                  <a:pt x="1105014" y="859586"/>
                </a:lnTo>
                <a:lnTo>
                  <a:pt x="1098715" y="850239"/>
                </a:lnTo>
                <a:lnTo>
                  <a:pt x="1089367" y="843940"/>
                </a:lnTo>
                <a:lnTo>
                  <a:pt x="1077925" y="841629"/>
                </a:lnTo>
                <a:lnTo>
                  <a:pt x="815543" y="841629"/>
                </a:lnTo>
                <a:lnTo>
                  <a:pt x="804100" y="843940"/>
                </a:lnTo>
                <a:lnTo>
                  <a:pt x="794753" y="850239"/>
                </a:lnTo>
                <a:lnTo>
                  <a:pt x="788454" y="859586"/>
                </a:lnTo>
                <a:lnTo>
                  <a:pt x="786142" y="871029"/>
                </a:lnTo>
                <a:lnTo>
                  <a:pt x="788454" y="882472"/>
                </a:lnTo>
                <a:lnTo>
                  <a:pt x="794753" y="891819"/>
                </a:lnTo>
                <a:lnTo>
                  <a:pt x="804100" y="898118"/>
                </a:lnTo>
                <a:lnTo>
                  <a:pt x="815543" y="900430"/>
                </a:lnTo>
                <a:lnTo>
                  <a:pt x="1077925" y="900430"/>
                </a:lnTo>
                <a:lnTo>
                  <a:pt x="1089367" y="898118"/>
                </a:lnTo>
                <a:lnTo>
                  <a:pt x="1098715" y="891819"/>
                </a:lnTo>
                <a:lnTo>
                  <a:pt x="1105014" y="882472"/>
                </a:lnTo>
                <a:lnTo>
                  <a:pt x="1107325" y="871029"/>
                </a:lnTo>
                <a:close/>
              </a:path>
              <a:path w="1235075" h="1156334">
                <a:moveTo>
                  <a:pt x="1107325" y="675043"/>
                </a:moveTo>
                <a:lnTo>
                  <a:pt x="1105014" y="663600"/>
                </a:lnTo>
                <a:lnTo>
                  <a:pt x="1098715" y="654253"/>
                </a:lnTo>
                <a:lnTo>
                  <a:pt x="1089367" y="647954"/>
                </a:lnTo>
                <a:lnTo>
                  <a:pt x="1077925" y="645642"/>
                </a:lnTo>
                <a:lnTo>
                  <a:pt x="815543" y="645642"/>
                </a:lnTo>
                <a:lnTo>
                  <a:pt x="804100" y="647954"/>
                </a:lnTo>
                <a:lnTo>
                  <a:pt x="794753" y="654253"/>
                </a:lnTo>
                <a:lnTo>
                  <a:pt x="788454" y="663600"/>
                </a:lnTo>
                <a:lnTo>
                  <a:pt x="786142" y="675043"/>
                </a:lnTo>
                <a:lnTo>
                  <a:pt x="788454" y="686485"/>
                </a:lnTo>
                <a:lnTo>
                  <a:pt x="794753" y="695833"/>
                </a:lnTo>
                <a:lnTo>
                  <a:pt x="804100" y="702132"/>
                </a:lnTo>
                <a:lnTo>
                  <a:pt x="815543" y="704443"/>
                </a:lnTo>
                <a:lnTo>
                  <a:pt x="1077925" y="704443"/>
                </a:lnTo>
                <a:lnTo>
                  <a:pt x="1089367" y="702132"/>
                </a:lnTo>
                <a:lnTo>
                  <a:pt x="1098715" y="695833"/>
                </a:lnTo>
                <a:lnTo>
                  <a:pt x="1105014" y="686485"/>
                </a:lnTo>
                <a:lnTo>
                  <a:pt x="1107325" y="675043"/>
                </a:lnTo>
                <a:close/>
              </a:path>
              <a:path w="1235075" h="1156334">
                <a:moveTo>
                  <a:pt x="1107325" y="479056"/>
                </a:moveTo>
                <a:lnTo>
                  <a:pt x="1105014" y="467614"/>
                </a:lnTo>
                <a:lnTo>
                  <a:pt x="1098715" y="458266"/>
                </a:lnTo>
                <a:lnTo>
                  <a:pt x="1089367" y="451967"/>
                </a:lnTo>
                <a:lnTo>
                  <a:pt x="1077925" y="449656"/>
                </a:lnTo>
                <a:lnTo>
                  <a:pt x="815543" y="449656"/>
                </a:lnTo>
                <a:lnTo>
                  <a:pt x="804100" y="451967"/>
                </a:lnTo>
                <a:lnTo>
                  <a:pt x="794753" y="458266"/>
                </a:lnTo>
                <a:lnTo>
                  <a:pt x="788454" y="467614"/>
                </a:lnTo>
                <a:lnTo>
                  <a:pt x="786142" y="479056"/>
                </a:lnTo>
                <a:lnTo>
                  <a:pt x="788454" y="490499"/>
                </a:lnTo>
                <a:lnTo>
                  <a:pt x="794753" y="499846"/>
                </a:lnTo>
                <a:lnTo>
                  <a:pt x="804100" y="506145"/>
                </a:lnTo>
                <a:lnTo>
                  <a:pt x="815543" y="508457"/>
                </a:lnTo>
                <a:lnTo>
                  <a:pt x="1077925" y="508457"/>
                </a:lnTo>
                <a:lnTo>
                  <a:pt x="1089367" y="506145"/>
                </a:lnTo>
                <a:lnTo>
                  <a:pt x="1098715" y="499846"/>
                </a:lnTo>
                <a:lnTo>
                  <a:pt x="1105014" y="490499"/>
                </a:lnTo>
                <a:lnTo>
                  <a:pt x="1107325" y="479056"/>
                </a:lnTo>
                <a:close/>
              </a:path>
              <a:path w="1235075" h="1156334">
                <a:moveTo>
                  <a:pt x="1107325" y="156781"/>
                </a:moveTo>
                <a:lnTo>
                  <a:pt x="1105014" y="145351"/>
                </a:lnTo>
                <a:lnTo>
                  <a:pt x="1098715" y="136004"/>
                </a:lnTo>
                <a:lnTo>
                  <a:pt x="1089367" y="129692"/>
                </a:lnTo>
                <a:lnTo>
                  <a:pt x="1077925" y="127381"/>
                </a:lnTo>
                <a:lnTo>
                  <a:pt x="1066482" y="129692"/>
                </a:lnTo>
                <a:lnTo>
                  <a:pt x="1057135" y="136004"/>
                </a:lnTo>
                <a:lnTo>
                  <a:pt x="1050836" y="145351"/>
                </a:lnTo>
                <a:lnTo>
                  <a:pt x="1048524" y="156781"/>
                </a:lnTo>
                <a:lnTo>
                  <a:pt x="1050836" y="168224"/>
                </a:lnTo>
                <a:lnTo>
                  <a:pt x="1057135" y="177571"/>
                </a:lnTo>
                <a:lnTo>
                  <a:pt x="1066482" y="183870"/>
                </a:lnTo>
                <a:lnTo>
                  <a:pt x="1077925" y="186182"/>
                </a:lnTo>
                <a:lnTo>
                  <a:pt x="1089367" y="183870"/>
                </a:lnTo>
                <a:lnTo>
                  <a:pt x="1098715" y="177571"/>
                </a:lnTo>
                <a:lnTo>
                  <a:pt x="1105014" y="168224"/>
                </a:lnTo>
                <a:lnTo>
                  <a:pt x="1107325" y="156781"/>
                </a:lnTo>
                <a:close/>
              </a:path>
              <a:path w="1235075" h="1156334">
                <a:moveTo>
                  <a:pt x="1234719" y="68592"/>
                </a:moveTo>
                <a:lnTo>
                  <a:pt x="1232725" y="58801"/>
                </a:lnTo>
                <a:lnTo>
                  <a:pt x="1229309" y="41910"/>
                </a:lnTo>
                <a:lnTo>
                  <a:pt x="1214602" y="20104"/>
                </a:lnTo>
                <a:lnTo>
                  <a:pt x="1192809" y="5410"/>
                </a:lnTo>
                <a:lnTo>
                  <a:pt x="1175931" y="1993"/>
                </a:lnTo>
                <a:lnTo>
                  <a:pt x="1175931" y="63182"/>
                </a:lnTo>
                <a:lnTo>
                  <a:pt x="1175931" y="235191"/>
                </a:lnTo>
                <a:lnTo>
                  <a:pt x="1175931" y="293979"/>
                </a:lnTo>
                <a:lnTo>
                  <a:pt x="1175931" y="1093139"/>
                </a:lnTo>
                <a:lnTo>
                  <a:pt x="1171536" y="1097534"/>
                </a:lnTo>
                <a:lnTo>
                  <a:pt x="63182" y="1097534"/>
                </a:lnTo>
                <a:lnTo>
                  <a:pt x="58788" y="1093139"/>
                </a:lnTo>
                <a:lnTo>
                  <a:pt x="58788" y="293979"/>
                </a:lnTo>
                <a:lnTo>
                  <a:pt x="1175931" y="293979"/>
                </a:lnTo>
                <a:lnTo>
                  <a:pt x="1175931" y="235191"/>
                </a:lnTo>
                <a:lnTo>
                  <a:pt x="58788" y="235191"/>
                </a:lnTo>
                <a:lnTo>
                  <a:pt x="58788" y="63182"/>
                </a:lnTo>
                <a:lnTo>
                  <a:pt x="63182" y="58801"/>
                </a:lnTo>
                <a:lnTo>
                  <a:pt x="1171536" y="58801"/>
                </a:lnTo>
                <a:lnTo>
                  <a:pt x="1175931" y="63182"/>
                </a:lnTo>
                <a:lnTo>
                  <a:pt x="1175931" y="1993"/>
                </a:lnTo>
                <a:lnTo>
                  <a:pt x="1166126" y="0"/>
                </a:lnTo>
                <a:lnTo>
                  <a:pt x="68592" y="0"/>
                </a:lnTo>
                <a:lnTo>
                  <a:pt x="41897" y="5410"/>
                </a:lnTo>
                <a:lnTo>
                  <a:pt x="20104" y="20104"/>
                </a:lnTo>
                <a:lnTo>
                  <a:pt x="5397" y="41910"/>
                </a:lnTo>
                <a:lnTo>
                  <a:pt x="0" y="68592"/>
                </a:lnTo>
                <a:lnTo>
                  <a:pt x="0" y="1087729"/>
                </a:lnTo>
                <a:lnTo>
                  <a:pt x="5397" y="1114412"/>
                </a:lnTo>
                <a:lnTo>
                  <a:pt x="20104" y="1136205"/>
                </a:lnTo>
                <a:lnTo>
                  <a:pt x="41897" y="1150912"/>
                </a:lnTo>
                <a:lnTo>
                  <a:pt x="68592" y="1156335"/>
                </a:lnTo>
                <a:lnTo>
                  <a:pt x="1166126" y="1156335"/>
                </a:lnTo>
                <a:lnTo>
                  <a:pt x="1192809" y="1150912"/>
                </a:lnTo>
                <a:lnTo>
                  <a:pt x="1214602" y="1136205"/>
                </a:lnTo>
                <a:lnTo>
                  <a:pt x="1229309" y="1114412"/>
                </a:lnTo>
                <a:lnTo>
                  <a:pt x="1232725" y="1097534"/>
                </a:lnTo>
                <a:lnTo>
                  <a:pt x="1234719" y="1087729"/>
                </a:lnTo>
                <a:lnTo>
                  <a:pt x="1234719" y="293979"/>
                </a:lnTo>
                <a:lnTo>
                  <a:pt x="1234719" y="235191"/>
                </a:lnTo>
                <a:lnTo>
                  <a:pt x="1234719" y="68592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4578" y="7497324"/>
            <a:ext cx="1236169" cy="123474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9772866" y="4351235"/>
            <a:ext cx="1236345" cy="1235075"/>
          </a:xfrm>
          <a:custGeom>
            <a:avLst/>
            <a:gdLst/>
            <a:ahLst/>
            <a:cxnLst/>
            <a:rect l="l" t="t" r="r" b="b"/>
            <a:pathLst>
              <a:path w="1236345" h="1235075">
                <a:moveTo>
                  <a:pt x="362356" y="677189"/>
                </a:moveTo>
                <a:lnTo>
                  <a:pt x="356349" y="671169"/>
                </a:lnTo>
                <a:lnTo>
                  <a:pt x="341528" y="671169"/>
                </a:lnTo>
                <a:lnTo>
                  <a:pt x="335508" y="677189"/>
                </a:lnTo>
                <a:lnTo>
                  <a:pt x="335508" y="691997"/>
                </a:lnTo>
                <a:lnTo>
                  <a:pt x="341528" y="698017"/>
                </a:lnTo>
                <a:lnTo>
                  <a:pt x="356349" y="698017"/>
                </a:lnTo>
                <a:lnTo>
                  <a:pt x="362356" y="691997"/>
                </a:lnTo>
                <a:lnTo>
                  <a:pt x="362356" y="684593"/>
                </a:lnTo>
                <a:lnTo>
                  <a:pt x="362356" y="677189"/>
                </a:lnTo>
                <a:close/>
              </a:path>
              <a:path w="1236345" h="1235075">
                <a:moveTo>
                  <a:pt x="416039" y="677189"/>
                </a:moveTo>
                <a:lnTo>
                  <a:pt x="410032" y="671169"/>
                </a:lnTo>
                <a:lnTo>
                  <a:pt x="395211" y="671169"/>
                </a:lnTo>
                <a:lnTo>
                  <a:pt x="389204" y="677189"/>
                </a:lnTo>
                <a:lnTo>
                  <a:pt x="389204" y="691997"/>
                </a:lnTo>
                <a:lnTo>
                  <a:pt x="395211" y="698017"/>
                </a:lnTo>
                <a:lnTo>
                  <a:pt x="410032" y="698017"/>
                </a:lnTo>
                <a:lnTo>
                  <a:pt x="416039" y="691997"/>
                </a:lnTo>
                <a:lnTo>
                  <a:pt x="416039" y="684593"/>
                </a:lnTo>
                <a:lnTo>
                  <a:pt x="416039" y="677189"/>
                </a:lnTo>
                <a:close/>
              </a:path>
              <a:path w="1236345" h="1235075">
                <a:moveTo>
                  <a:pt x="469722" y="677189"/>
                </a:moveTo>
                <a:lnTo>
                  <a:pt x="463715" y="671169"/>
                </a:lnTo>
                <a:lnTo>
                  <a:pt x="448894" y="671169"/>
                </a:lnTo>
                <a:lnTo>
                  <a:pt x="442874" y="677189"/>
                </a:lnTo>
                <a:lnTo>
                  <a:pt x="442874" y="691997"/>
                </a:lnTo>
                <a:lnTo>
                  <a:pt x="448894" y="698017"/>
                </a:lnTo>
                <a:lnTo>
                  <a:pt x="463715" y="698017"/>
                </a:lnTo>
                <a:lnTo>
                  <a:pt x="469722" y="691997"/>
                </a:lnTo>
                <a:lnTo>
                  <a:pt x="469722" y="684593"/>
                </a:lnTo>
                <a:lnTo>
                  <a:pt x="469722" y="677189"/>
                </a:lnTo>
                <a:close/>
              </a:path>
              <a:path w="1236345" h="1235075">
                <a:moveTo>
                  <a:pt x="496570" y="1160322"/>
                </a:moveTo>
                <a:lnTo>
                  <a:pt x="490550" y="1154315"/>
                </a:lnTo>
                <a:lnTo>
                  <a:pt x="360451" y="1154315"/>
                </a:lnTo>
                <a:lnTo>
                  <a:pt x="354495" y="1140891"/>
                </a:lnTo>
                <a:lnTo>
                  <a:pt x="353339" y="1138275"/>
                </a:lnTo>
                <a:lnTo>
                  <a:pt x="341668" y="1125524"/>
                </a:lnTo>
                <a:lnTo>
                  <a:pt x="335521" y="1122121"/>
                </a:lnTo>
                <a:lnTo>
                  <a:pt x="335521" y="1167739"/>
                </a:lnTo>
                <a:lnTo>
                  <a:pt x="333400" y="1178166"/>
                </a:lnTo>
                <a:lnTo>
                  <a:pt x="327647" y="1186700"/>
                </a:lnTo>
                <a:lnTo>
                  <a:pt x="319112" y="1192453"/>
                </a:lnTo>
                <a:lnTo>
                  <a:pt x="308673" y="1194574"/>
                </a:lnTo>
                <a:lnTo>
                  <a:pt x="298234" y="1192453"/>
                </a:lnTo>
                <a:lnTo>
                  <a:pt x="289699" y="1186700"/>
                </a:lnTo>
                <a:lnTo>
                  <a:pt x="285953" y="1181150"/>
                </a:lnTo>
                <a:lnTo>
                  <a:pt x="283946" y="1178166"/>
                </a:lnTo>
                <a:lnTo>
                  <a:pt x="281838" y="1167739"/>
                </a:lnTo>
                <a:lnTo>
                  <a:pt x="283946" y="1157287"/>
                </a:lnTo>
                <a:lnTo>
                  <a:pt x="285953" y="1154315"/>
                </a:lnTo>
                <a:lnTo>
                  <a:pt x="289699" y="1148753"/>
                </a:lnTo>
                <a:lnTo>
                  <a:pt x="298234" y="1143000"/>
                </a:lnTo>
                <a:lnTo>
                  <a:pt x="308673" y="1140891"/>
                </a:lnTo>
                <a:lnTo>
                  <a:pt x="319112" y="1143000"/>
                </a:lnTo>
                <a:lnTo>
                  <a:pt x="327647" y="1148753"/>
                </a:lnTo>
                <a:lnTo>
                  <a:pt x="333400" y="1157287"/>
                </a:lnTo>
                <a:lnTo>
                  <a:pt x="335521" y="1167739"/>
                </a:lnTo>
                <a:lnTo>
                  <a:pt x="335521" y="1122121"/>
                </a:lnTo>
                <a:lnTo>
                  <a:pt x="326440" y="1117092"/>
                </a:lnTo>
                <a:lnTo>
                  <a:pt x="308673" y="1114056"/>
                </a:lnTo>
                <a:lnTo>
                  <a:pt x="290906" y="1117092"/>
                </a:lnTo>
                <a:lnTo>
                  <a:pt x="275678" y="1125524"/>
                </a:lnTo>
                <a:lnTo>
                  <a:pt x="264007" y="1138275"/>
                </a:lnTo>
                <a:lnTo>
                  <a:pt x="256895" y="1154315"/>
                </a:lnTo>
                <a:lnTo>
                  <a:pt x="123952" y="1154315"/>
                </a:lnTo>
                <a:lnTo>
                  <a:pt x="90779" y="1137729"/>
                </a:lnTo>
                <a:lnTo>
                  <a:pt x="90779" y="1167739"/>
                </a:lnTo>
                <a:lnTo>
                  <a:pt x="26847" y="1199705"/>
                </a:lnTo>
                <a:lnTo>
                  <a:pt x="26847" y="1135773"/>
                </a:lnTo>
                <a:lnTo>
                  <a:pt x="90779" y="1167739"/>
                </a:lnTo>
                <a:lnTo>
                  <a:pt x="90779" y="1137729"/>
                </a:lnTo>
                <a:lnTo>
                  <a:pt x="86868" y="1135773"/>
                </a:lnTo>
                <a:lnTo>
                  <a:pt x="15265" y="1099972"/>
                </a:lnTo>
                <a:lnTo>
                  <a:pt x="10325" y="1100188"/>
                </a:lnTo>
                <a:lnTo>
                  <a:pt x="2413" y="1105090"/>
                </a:lnTo>
                <a:lnTo>
                  <a:pt x="0" y="1109395"/>
                </a:lnTo>
                <a:lnTo>
                  <a:pt x="0" y="1226070"/>
                </a:lnTo>
                <a:lnTo>
                  <a:pt x="2413" y="1230388"/>
                </a:lnTo>
                <a:lnTo>
                  <a:pt x="8521" y="1234173"/>
                </a:lnTo>
                <a:lnTo>
                  <a:pt x="10960" y="1234833"/>
                </a:lnTo>
                <a:lnTo>
                  <a:pt x="15481" y="1234833"/>
                </a:lnTo>
                <a:lnTo>
                  <a:pt x="17526" y="1234363"/>
                </a:lnTo>
                <a:lnTo>
                  <a:pt x="86842" y="1199705"/>
                </a:lnTo>
                <a:lnTo>
                  <a:pt x="123952" y="1181150"/>
                </a:lnTo>
                <a:lnTo>
                  <a:pt x="256895" y="1181150"/>
                </a:lnTo>
                <a:lnTo>
                  <a:pt x="264007" y="1197178"/>
                </a:lnTo>
                <a:lnTo>
                  <a:pt x="275678" y="1209941"/>
                </a:lnTo>
                <a:lnTo>
                  <a:pt x="290906" y="1218374"/>
                </a:lnTo>
                <a:lnTo>
                  <a:pt x="308673" y="1221422"/>
                </a:lnTo>
                <a:lnTo>
                  <a:pt x="326440" y="1218374"/>
                </a:lnTo>
                <a:lnTo>
                  <a:pt x="341668" y="1209941"/>
                </a:lnTo>
                <a:lnTo>
                  <a:pt x="353339" y="1197178"/>
                </a:lnTo>
                <a:lnTo>
                  <a:pt x="354495" y="1194574"/>
                </a:lnTo>
                <a:lnTo>
                  <a:pt x="360451" y="1181150"/>
                </a:lnTo>
                <a:lnTo>
                  <a:pt x="490550" y="1181150"/>
                </a:lnTo>
                <a:lnTo>
                  <a:pt x="496570" y="1175143"/>
                </a:lnTo>
                <a:lnTo>
                  <a:pt x="496570" y="1160322"/>
                </a:lnTo>
                <a:close/>
              </a:path>
              <a:path w="1236345" h="1235075">
                <a:moveTo>
                  <a:pt x="550240" y="1160322"/>
                </a:moveTo>
                <a:lnTo>
                  <a:pt x="544233" y="1154303"/>
                </a:lnTo>
                <a:lnTo>
                  <a:pt x="529412" y="1154303"/>
                </a:lnTo>
                <a:lnTo>
                  <a:pt x="523405" y="1160322"/>
                </a:lnTo>
                <a:lnTo>
                  <a:pt x="523405" y="1175131"/>
                </a:lnTo>
                <a:lnTo>
                  <a:pt x="529412" y="1181150"/>
                </a:lnTo>
                <a:lnTo>
                  <a:pt x="544233" y="1181150"/>
                </a:lnTo>
                <a:lnTo>
                  <a:pt x="550240" y="1175131"/>
                </a:lnTo>
                <a:lnTo>
                  <a:pt x="550240" y="1167726"/>
                </a:lnTo>
                <a:lnTo>
                  <a:pt x="550240" y="1160322"/>
                </a:lnTo>
                <a:close/>
              </a:path>
              <a:path w="1236345" h="1235075">
                <a:moveTo>
                  <a:pt x="764971" y="435610"/>
                </a:moveTo>
                <a:lnTo>
                  <a:pt x="758964" y="429590"/>
                </a:lnTo>
                <a:lnTo>
                  <a:pt x="744143" y="429590"/>
                </a:lnTo>
                <a:lnTo>
                  <a:pt x="738136" y="435610"/>
                </a:lnTo>
                <a:lnTo>
                  <a:pt x="738136" y="450418"/>
                </a:lnTo>
                <a:lnTo>
                  <a:pt x="744143" y="456438"/>
                </a:lnTo>
                <a:lnTo>
                  <a:pt x="758964" y="456438"/>
                </a:lnTo>
                <a:lnTo>
                  <a:pt x="764971" y="450418"/>
                </a:lnTo>
                <a:lnTo>
                  <a:pt x="764971" y="443014"/>
                </a:lnTo>
                <a:lnTo>
                  <a:pt x="764971" y="435610"/>
                </a:lnTo>
                <a:close/>
              </a:path>
              <a:path w="1236345" h="1235075">
                <a:moveTo>
                  <a:pt x="1234706" y="1046937"/>
                </a:moveTo>
                <a:lnTo>
                  <a:pt x="1227950" y="1005192"/>
                </a:lnTo>
                <a:lnTo>
                  <a:pt x="1227848" y="1004570"/>
                </a:lnTo>
                <a:lnTo>
                  <a:pt x="1208773" y="967740"/>
                </a:lnTo>
                <a:lnTo>
                  <a:pt x="1180604" y="939571"/>
                </a:lnTo>
                <a:lnTo>
                  <a:pt x="1179703" y="938669"/>
                </a:lnTo>
                <a:lnTo>
                  <a:pt x="1142873" y="919594"/>
                </a:lnTo>
                <a:lnTo>
                  <a:pt x="1100493" y="912736"/>
                </a:lnTo>
                <a:lnTo>
                  <a:pt x="991222" y="912736"/>
                </a:lnTo>
                <a:lnTo>
                  <a:pt x="985266" y="899312"/>
                </a:lnTo>
                <a:lnTo>
                  <a:pt x="984110" y="896708"/>
                </a:lnTo>
                <a:lnTo>
                  <a:pt x="972439" y="883945"/>
                </a:lnTo>
                <a:lnTo>
                  <a:pt x="966279" y="880541"/>
                </a:lnTo>
                <a:lnTo>
                  <a:pt x="966279" y="926160"/>
                </a:lnTo>
                <a:lnTo>
                  <a:pt x="964171" y="936599"/>
                </a:lnTo>
                <a:lnTo>
                  <a:pt x="958418" y="945134"/>
                </a:lnTo>
                <a:lnTo>
                  <a:pt x="949883" y="950887"/>
                </a:lnTo>
                <a:lnTo>
                  <a:pt x="939444" y="952995"/>
                </a:lnTo>
                <a:lnTo>
                  <a:pt x="929005" y="950887"/>
                </a:lnTo>
                <a:lnTo>
                  <a:pt x="920470" y="945134"/>
                </a:lnTo>
                <a:lnTo>
                  <a:pt x="916724" y="939571"/>
                </a:lnTo>
                <a:lnTo>
                  <a:pt x="914717" y="936599"/>
                </a:lnTo>
                <a:lnTo>
                  <a:pt x="912609" y="926160"/>
                </a:lnTo>
                <a:lnTo>
                  <a:pt x="914717" y="915720"/>
                </a:lnTo>
                <a:lnTo>
                  <a:pt x="916724" y="912736"/>
                </a:lnTo>
                <a:lnTo>
                  <a:pt x="920470" y="907186"/>
                </a:lnTo>
                <a:lnTo>
                  <a:pt x="929005" y="901433"/>
                </a:lnTo>
                <a:lnTo>
                  <a:pt x="939444" y="899312"/>
                </a:lnTo>
                <a:lnTo>
                  <a:pt x="949883" y="901433"/>
                </a:lnTo>
                <a:lnTo>
                  <a:pt x="958418" y="907186"/>
                </a:lnTo>
                <a:lnTo>
                  <a:pt x="964171" y="915720"/>
                </a:lnTo>
                <a:lnTo>
                  <a:pt x="966279" y="926160"/>
                </a:lnTo>
                <a:lnTo>
                  <a:pt x="966279" y="880541"/>
                </a:lnTo>
                <a:lnTo>
                  <a:pt x="957211" y="875525"/>
                </a:lnTo>
                <a:lnTo>
                  <a:pt x="939444" y="872477"/>
                </a:lnTo>
                <a:lnTo>
                  <a:pt x="921677" y="875525"/>
                </a:lnTo>
                <a:lnTo>
                  <a:pt x="906449" y="883945"/>
                </a:lnTo>
                <a:lnTo>
                  <a:pt x="894778" y="896708"/>
                </a:lnTo>
                <a:lnTo>
                  <a:pt x="887666" y="912736"/>
                </a:lnTo>
                <a:lnTo>
                  <a:pt x="575183" y="912736"/>
                </a:lnTo>
                <a:lnTo>
                  <a:pt x="569226" y="899312"/>
                </a:lnTo>
                <a:lnTo>
                  <a:pt x="568058" y="896708"/>
                </a:lnTo>
                <a:lnTo>
                  <a:pt x="556387" y="883945"/>
                </a:lnTo>
                <a:lnTo>
                  <a:pt x="550240" y="880554"/>
                </a:lnTo>
                <a:lnTo>
                  <a:pt x="550240" y="926160"/>
                </a:lnTo>
                <a:lnTo>
                  <a:pt x="548132" y="936599"/>
                </a:lnTo>
                <a:lnTo>
                  <a:pt x="542366" y="945134"/>
                </a:lnTo>
                <a:lnTo>
                  <a:pt x="533844" y="950887"/>
                </a:lnTo>
                <a:lnTo>
                  <a:pt x="523405" y="952995"/>
                </a:lnTo>
                <a:lnTo>
                  <a:pt x="512965" y="950887"/>
                </a:lnTo>
                <a:lnTo>
                  <a:pt x="504431" y="945134"/>
                </a:lnTo>
                <a:lnTo>
                  <a:pt x="498665" y="936599"/>
                </a:lnTo>
                <a:lnTo>
                  <a:pt x="496557" y="926160"/>
                </a:lnTo>
                <a:lnTo>
                  <a:pt x="498665" y="915720"/>
                </a:lnTo>
                <a:lnTo>
                  <a:pt x="500684" y="912736"/>
                </a:lnTo>
                <a:lnTo>
                  <a:pt x="504431" y="907186"/>
                </a:lnTo>
                <a:lnTo>
                  <a:pt x="512965" y="901433"/>
                </a:lnTo>
                <a:lnTo>
                  <a:pt x="523405" y="899312"/>
                </a:lnTo>
                <a:lnTo>
                  <a:pt x="533844" y="901433"/>
                </a:lnTo>
                <a:lnTo>
                  <a:pt x="542366" y="907186"/>
                </a:lnTo>
                <a:lnTo>
                  <a:pt x="548132" y="915720"/>
                </a:lnTo>
                <a:lnTo>
                  <a:pt x="550240" y="926160"/>
                </a:lnTo>
                <a:lnTo>
                  <a:pt x="550240" y="880554"/>
                </a:lnTo>
                <a:lnTo>
                  <a:pt x="541172" y="875525"/>
                </a:lnTo>
                <a:lnTo>
                  <a:pt x="523405" y="872477"/>
                </a:lnTo>
                <a:lnTo>
                  <a:pt x="505637" y="875525"/>
                </a:lnTo>
                <a:lnTo>
                  <a:pt x="490410" y="883945"/>
                </a:lnTo>
                <a:lnTo>
                  <a:pt x="478739" y="896708"/>
                </a:lnTo>
                <a:lnTo>
                  <a:pt x="471627" y="912736"/>
                </a:lnTo>
                <a:lnTo>
                  <a:pt x="327647" y="912736"/>
                </a:lnTo>
                <a:lnTo>
                  <a:pt x="350253" y="890130"/>
                </a:lnTo>
                <a:lnTo>
                  <a:pt x="350253" y="881659"/>
                </a:lnTo>
                <a:lnTo>
                  <a:pt x="339750" y="871156"/>
                </a:lnTo>
                <a:lnTo>
                  <a:pt x="331266" y="871156"/>
                </a:lnTo>
                <a:lnTo>
                  <a:pt x="289699" y="912736"/>
                </a:lnTo>
                <a:lnTo>
                  <a:pt x="134200" y="912736"/>
                </a:lnTo>
                <a:lnTo>
                  <a:pt x="93065" y="904608"/>
                </a:lnTo>
                <a:lnTo>
                  <a:pt x="58305" y="881202"/>
                </a:lnTo>
                <a:lnTo>
                  <a:pt x="34963" y="846505"/>
                </a:lnTo>
                <a:lnTo>
                  <a:pt x="26835" y="805370"/>
                </a:lnTo>
                <a:lnTo>
                  <a:pt x="35280" y="763625"/>
                </a:lnTo>
                <a:lnTo>
                  <a:pt x="58318" y="729488"/>
                </a:lnTo>
                <a:lnTo>
                  <a:pt x="92456" y="706462"/>
                </a:lnTo>
                <a:lnTo>
                  <a:pt x="134200" y="698004"/>
                </a:lnTo>
                <a:lnTo>
                  <a:pt x="302653" y="698004"/>
                </a:lnTo>
                <a:lnTo>
                  <a:pt x="308673" y="691997"/>
                </a:lnTo>
                <a:lnTo>
                  <a:pt x="308673" y="677176"/>
                </a:lnTo>
                <a:lnTo>
                  <a:pt x="302653" y="671169"/>
                </a:lnTo>
                <a:lnTo>
                  <a:pt x="134200" y="671169"/>
                </a:lnTo>
                <a:lnTo>
                  <a:pt x="91821" y="678027"/>
                </a:lnTo>
                <a:lnTo>
                  <a:pt x="54991" y="697103"/>
                </a:lnTo>
                <a:lnTo>
                  <a:pt x="25920" y="726160"/>
                </a:lnTo>
                <a:lnTo>
                  <a:pt x="6845" y="763003"/>
                </a:lnTo>
                <a:lnTo>
                  <a:pt x="0" y="805370"/>
                </a:lnTo>
                <a:lnTo>
                  <a:pt x="2578" y="831811"/>
                </a:lnTo>
                <a:lnTo>
                  <a:pt x="22491" y="879805"/>
                </a:lnTo>
                <a:lnTo>
                  <a:pt x="59740" y="917054"/>
                </a:lnTo>
                <a:lnTo>
                  <a:pt x="107759" y="936993"/>
                </a:lnTo>
                <a:lnTo>
                  <a:pt x="134200" y="939571"/>
                </a:lnTo>
                <a:lnTo>
                  <a:pt x="289699" y="939571"/>
                </a:lnTo>
                <a:lnTo>
                  <a:pt x="328637" y="978522"/>
                </a:lnTo>
                <a:lnTo>
                  <a:pt x="332079" y="979843"/>
                </a:lnTo>
                <a:lnTo>
                  <a:pt x="338950" y="979843"/>
                </a:lnTo>
                <a:lnTo>
                  <a:pt x="342379" y="978522"/>
                </a:lnTo>
                <a:lnTo>
                  <a:pt x="350253" y="970661"/>
                </a:lnTo>
                <a:lnTo>
                  <a:pt x="350253" y="962177"/>
                </a:lnTo>
                <a:lnTo>
                  <a:pt x="327647" y="939571"/>
                </a:lnTo>
                <a:lnTo>
                  <a:pt x="471627" y="939571"/>
                </a:lnTo>
                <a:lnTo>
                  <a:pt x="478739" y="955611"/>
                </a:lnTo>
                <a:lnTo>
                  <a:pt x="490410" y="968362"/>
                </a:lnTo>
                <a:lnTo>
                  <a:pt x="505637" y="976795"/>
                </a:lnTo>
                <a:lnTo>
                  <a:pt x="523405" y="979843"/>
                </a:lnTo>
                <a:lnTo>
                  <a:pt x="541172" y="976795"/>
                </a:lnTo>
                <a:lnTo>
                  <a:pt x="556387" y="968362"/>
                </a:lnTo>
                <a:lnTo>
                  <a:pt x="568058" y="955611"/>
                </a:lnTo>
                <a:lnTo>
                  <a:pt x="569226" y="952995"/>
                </a:lnTo>
                <a:lnTo>
                  <a:pt x="575183" y="939571"/>
                </a:lnTo>
                <a:lnTo>
                  <a:pt x="887666" y="939571"/>
                </a:lnTo>
                <a:lnTo>
                  <a:pt x="894778" y="955611"/>
                </a:lnTo>
                <a:lnTo>
                  <a:pt x="906449" y="968362"/>
                </a:lnTo>
                <a:lnTo>
                  <a:pt x="921677" y="976795"/>
                </a:lnTo>
                <a:lnTo>
                  <a:pt x="939444" y="979843"/>
                </a:lnTo>
                <a:lnTo>
                  <a:pt x="957211" y="976795"/>
                </a:lnTo>
                <a:lnTo>
                  <a:pt x="972439" y="968362"/>
                </a:lnTo>
                <a:lnTo>
                  <a:pt x="984110" y="955611"/>
                </a:lnTo>
                <a:lnTo>
                  <a:pt x="985266" y="952995"/>
                </a:lnTo>
                <a:lnTo>
                  <a:pt x="991222" y="939571"/>
                </a:lnTo>
                <a:lnTo>
                  <a:pt x="1100493" y="939571"/>
                </a:lnTo>
                <a:lnTo>
                  <a:pt x="1142238" y="948029"/>
                </a:lnTo>
                <a:lnTo>
                  <a:pt x="1176375" y="971054"/>
                </a:lnTo>
                <a:lnTo>
                  <a:pt x="1199400" y="1005192"/>
                </a:lnTo>
                <a:lnTo>
                  <a:pt x="1207858" y="1046937"/>
                </a:lnTo>
                <a:lnTo>
                  <a:pt x="1205788" y="1068082"/>
                </a:lnTo>
                <a:lnTo>
                  <a:pt x="1189837" y="1106487"/>
                </a:lnTo>
                <a:lnTo>
                  <a:pt x="1160005" y="1136319"/>
                </a:lnTo>
                <a:lnTo>
                  <a:pt x="1121638" y="1152245"/>
                </a:lnTo>
                <a:lnTo>
                  <a:pt x="1100493" y="1154303"/>
                </a:lnTo>
                <a:lnTo>
                  <a:pt x="1038948" y="1154303"/>
                </a:lnTo>
                <a:lnTo>
                  <a:pt x="997369" y="1112735"/>
                </a:lnTo>
                <a:lnTo>
                  <a:pt x="988885" y="1112735"/>
                </a:lnTo>
                <a:lnTo>
                  <a:pt x="978395" y="1123226"/>
                </a:lnTo>
                <a:lnTo>
                  <a:pt x="978395" y="1131709"/>
                </a:lnTo>
                <a:lnTo>
                  <a:pt x="1000988" y="1154303"/>
                </a:lnTo>
                <a:lnTo>
                  <a:pt x="776490" y="1154303"/>
                </a:lnTo>
                <a:lnTo>
                  <a:pt x="770534" y="1140891"/>
                </a:lnTo>
                <a:lnTo>
                  <a:pt x="769378" y="1138275"/>
                </a:lnTo>
                <a:lnTo>
                  <a:pt x="757707" y="1125524"/>
                </a:lnTo>
                <a:lnTo>
                  <a:pt x="751560" y="1122121"/>
                </a:lnTo>
                <a:lnTo>
                  <a:pt x="751560" y="1167726"/>
                </a:lnTo>
                <a:lnTo>
                  <a:pt x="749452" y="1178166"/>
                </a:lnTo>
                <a:lnTo>
                  <a:pt x="743686" y="1186700"/>
                </a:lnTo>
                <a:lnTo>
                  <a:pt x="735152" y="1192466"/>
                </a:lnTo>
                <a:lnTo>
                  <a:pt x="724712" y="1194574"/>
                </a:lnTo>
                <a:lnTo>
                  <a:pt x="714273" y="1192466"/>
                </a:lnTo>
                <a:lnTo>
                  <a:pt x="705739" y="1186700"/>
                </a:lnTo>
                <a:lnTo>
                  <a:pt x="699985" y="1178166"/>
                </a:lnTo>
                <a:lnTo>
                  <a:pt x="697877" y="1167726"/>
                </a:lnTo>
                <a:lnTo>
                  <a:pt x="699985" y="1157300"/>
                </a:lnTo>
                <a:lnTo>
                  <a:pt x="705739" y="1148765"/>
                </a:lnTo>
                <a:lnTo>
                  <a:pt x="714273" y="1143012"/>
                </a:lnTo>
                <a:lnTo>
                  <a:pt x="724712" y="1140891"/>
                </a:lnTo>
                <a:lnTo>
                  <a:pt x="735152" y="1143012"/>
                </a:lnTo>
                <a:lnTo>
                  <a:pt x="743686" y="1148765"/>
                </a:lnTo>
                <a:lnTo>
                  <a:pt x="749452" y="1157300"/>
                </a:lnTo>
                <a:lnTo>
                  <a:pt x="751560" y="1167726"/>
                </a:lnTo>
                <a:lnTo>
                  <a:pt x="751560" y="1122121"/>
                </a:lnTo>
                <a:lnTo>
                  <a:pt x="742480" y="1117092"/>
                </a:lnTo>
                <a:lnTo>
                  <a:pt x="724712" y="1114044"/>
                </a:lnTo>
                <a:lnTo>
                  <a:pt x="706945" y="1117092"/>
                </a:lnTo>
                <a:lnTo>
                  <a:pt x="691730" y="1125524"/>
                </a:lnTo>
                <a:lnTo>
                  <a:pt x="680046" y="1138275"/>
                </a:lnTo>
                <a:lnTo>
                  <a:pt x="672934" y="1154303"/>
                </a:lnTo>
                <a:lnTo>
                  <a:pt x="583095" y="1154303"/>
                </a:lnTo>
                <a:lnTo>
                  <a:pt x="577088" y="1160322"/>
                </a:lnTo>
                <a:lnTo>
                  <a:pt x="577088" y="1175143"/>
                </a:lnTo>
                <a:lnTo>
                  <a:pt x="583095" y="1181150"/>
                </a:lnTo>
                <a:lnTo>
                  <a:pt x="672934" y="1181150"/>
                </a:lnTo>
                <a:lnTo>
                  <a:pt x="680046" y="1197178"/>
                </a:lnTo>
                <a:lnTo>
                  <a:pt x="691730" y="1209941"/>
                </a:lnTo>
                <a:lnTo>
                  <a:pt x="706945" y="1218374"/>
                </a:lnTo>
                <a:lnTo>
                  <a:pt x="724712" y="1221409"/>
                </a:lnTo>
                <a:lnTo>
                  <a:pt x="742480" y="1218374"/>
                </a:lnTo>
                <a:lnTo>
                  <a:pt x="757707" y="1209941"/>
                </a:lnTo>
                <a:lnTo>
                  <a:pt x="769378" y="1197178"/>
                </a:lnTo>
                <a:lnTo>
                  <a:pt x="770534" y="1194574"/>
                </a:lnTo>
                <a:lnTo>
                  <a:pt x="776490" y="1181150"/>
                </a:lnTo>
                <a:lnTo>
                  <a:pt x="1000988" y="1181150"/>
                </a:lnTo>
                <a:lnTo>
                  <a:pt x="978395" y="1203756"/>
                </a:lnTo>
                <a:lnTo>
                  <a:pt x="978395" y="1212227"/>
                </a:lnTo>
                <a:lnTo>
                  <a:pt x="986256" y="1220101"/>
                </a:lnTo>
                <a:lnTo>
                  <a:pt x="989698" y="1221409"/>
                </a:lnTo>
                <a:lnTo>
                  <a:pt x="996569" y="1221409"/>
                </a:lnTo>
                <a:lnTo>
                  <a:pt x="999998" y="1220101"/>
                </a:lnTo>
                <a:lnTo>
                  <a:pt x="1038948" y="1181150"/>
                </a:lnTo>
                <a:lnTo>
                  <a:pt x="1100493" y="1181150"/>
                </a:lnTo>
                <a:lnTo>
                  <a:pt x="1126921" y="1178572"/>
                </a:lnTo>
                <a:lnTo>
                  <a:pt x="1151928" y="1170990"/>
                </a:lnTo>
                <a:lnTo>
                  <a:pt x="1174915" y="1158659"/>
                </a:lnTo>
                <a:lnTo>
                  <a:pt x="1180185" y="1154303"/>
                </a:lnTo>
                <a:lnTo>
                  <a:pt x="1195298" y="1141818"/>
                </a:lnTo>
                <a:lnTo>
                  <a:pt x="1212176" y="1121410"/>
                </a:lnTo>
                <a:lnTo>
                  <a:pt x="1224534" y="1098397"/>
                </a:lnTo>
                <a:lnTo>
                  <a:pt x="1232115" y="1073378"/>
                </a:lnTo>
                <a:lnTo>
                  <a:pt x="1234706" y="1046937"/>
                </a:lnTo>
                <a:close/>
              </a:path>
              <a:path w="1236345" h="1235075">
                <a:moveTo>
                  <a:pt x="1234706" y="563791"/>
                </a:moveTo>
                <a:lnTo>
                  <a:pt x="1227950" y="522046"/>
                </a:lnTo>
                <a:lnTo>
                  <a:pt x="1227848" y="521423"/>
                </a:lnTo>
                <a:lnTo>
                  <a:pt x="1208773" y="484593"/>
                </a:lnTo>
                <a:lnTo>
                  <a:pt x="1180604" y="456425"/>
                </a:lnTo>
                <a:lnTo>
                  <a:pt x="1179703" y="455523"/>
                </a:lnTo>
                <a:lnTo>
                  <a:pt x="1142873" y="436448"/>
                </a:lnTo>
                <a:lnTo>
                  <a:pt x="1100493" y="429590"/>
                </a:lnTo>
                <a:lnTo>
                  <a:pt x="964374" y="429590"/>
                </a:lnTo>
                <a:lnTo>
                  <a:pt x="958418" y="416166"/>
                </a:lnTo>
                <a:lnTo>
                  <a:pt x="957262" y="413562"/>
                </a:lnTo>
                <a:lnTo>
                  <a:pt x="945591" y="400812"/>
                </a:lnTo>
                <a:lnTo>
                  <a:pt x="939444" y="397408"/>
                </a:lnTo>
                <a:lnTo>
                  <a:pt x="939444" y="443014"/>
                </a:lnTo>
                <a:lnTo>
                  <a:pt x="937336" y="453453"/>
                </a:lnTo>
                <a:lnTo>
                  <a:pt x="931570" y="461987"/>
                </a:lnTo>
                <a:lnTo>
                  <a:pt x="923048" y="467741"/>
                </a:lnTo>
                <a:lnTo>
                  <a:pt x="912609" y="469849"/>
                </a:lnTo>
                <a:lnTo>
                  <a:pt x="902169" y="467741"/>
                </a:lnTo>
                <a:lnTo>
                  <a:pt x="893635" y="461987"/>
                </a:lnTo>
                <a:lnTo>
                  <a:pt x="887869" y="453453"/>
                </a:lnTo>
                <a:lnTo>
                  <a:pt x="885761" y="443014"/>
                </a:lnTo>
                <a:lnTo>
                  <a:pt x="887869" y="432574"/>
                </a:lnTo>
                <a:lnTo>
                  <a:pt x="893635" y="424040"/>
                </a:lnTo>
                <a:lnTo>
                  <a:pt x="902169" y="418287"/>
                </a:lnTo>
                <a:lnTo>
                  <a:pt x="912609" y="416166"/>
                </a:lnTo>
                <a:lnTo>
                  <a:pt x="923048" y="418287"/>
                </a:lnTo>
                <a:lnTo>
                  <a:pt x="931570" y="424040"/>
                </a:lnTo>
                <a:lnTo>
                  <a:pt x="937336" y="432574"/>
                </a:lnTo>
                <a:lnTo>
                  <a:pt x="939444" y="443014"/>
                </a:lnTo>
                <a:lnTo>
                  <a:pt x="939444" y="397408"/>
                </a:lnTo>
                <a:lnTo>
                  <a:pt x="930376" y="392379"/>
                </a:lnTo>
                <a:lnTo>
                  <a:pt x="912609" y="389331"/>
                </a:lnTo>
                <a:lnTo>
                  <a:pt x="894842" y="392379"/>
                </a:lnTo>
                <a:lnTo>
                  <a:pt x="879614" y="400812"/>
                </a:lnTo>
                <a:lnTo>
                  <a:pt x="867943" y="413562"/>
                </a:lnTo>
                <a:lnTo>
                  <a:pt x="860831" y="429590"/>
                </a:lnTo>
                <a:lnTo>
                  <a:pt x="797826" y="429590"/>
                </a:lnTo>
                <a:lnTo>
                  <a:pt x="791819" y="435597"/>
                </a:lnTo>
                <a:lnTo>
                  <a:pt x="791819" y="450418"/>
                </a:lnTo>
                <a:lnTo>
                  <a:pt x="797826" y="456425"/>
                </a:lnTo>
                <a:lnTo>
                  <a:pt x="860831" y="456425"/>
                </a:lnTo>
                <a:lnTo>
                  <a:pt x="867943" y="472465"/>
                </a:lnTo>
                <a:lnTo>
                  <a:pt x="879614" y="485228"/>
                </a:lnTo>
                <a:lnTo>
                  <a:pt x="894842" y="493649"/>
                </a:lnTo>
                <a:lnTo>
                  <a:pt x="912609" y="496697"/>
                </a:lnTo>
                <a:lnTo>
                  <a:pt x="930376" y="493649"/>
                </a:lnTo>
                <a:lnTo>
                  <a:pt x="945591" y="485228"/>
                </a:lnTo>
                <a:lnTo>
                  <a:pt x="957262" y="472465"/>
                </a:lnTo>
                <a:lnTo>
                  <a:pt x="958418" y="469849"/>
                </a:lnTo>
                <a:lnTo>
                  <a:pt x="964374" y="456425"/>
                </a:lnTo>
                <a:lnTo>
                  <a:pt x="1100493" y="456425"/>
                </a:lnTo>
                <a:lnTo>
                  <a:pt x="1142238" y="464883"/>
                </a:lnTo>
                <a:lnTo>
                  <a:pt x="1176375" y="487908"/>
                </a:lnTo>
                <a:lnTo>
                  <a:pt x="1199400" y="522046"/>
                </a:lnTo>
                <a:lnTo>
                  <a:pt x="1207858" y="563791"/>
                </a:lnTo>
                <a:lnTo>
                  <a:pt x="1205788" y="584936"/>
                </a:lnTo>
                <a:lnTo>
                  <a:pt x="1189837" y="623341"/>
                </a:lnTo>
                <a:lnTo>
                  <a:pt x="1160005" y="653173"/>
                </a:lnTo>
                <a:lnTo>
                  <a:pt x="1121638" y="669099"/>
                </a:lnTo>
                <a:lnTo>
                  <a:pt x="1100493" y="671156"/>
                </a:lnTo>
                <a:lnTo>
                  <a:pt x="1038948" y="671156"/>
                </a:lnTo>
                <a:lnTo>
                  <a:pt x="997369" y="629589"/>
                </a:lnTo>
                <a:lnTo>
                  <a:pt x="988885" y="629589"/>
                </a:lnTo>
                <a:lnTo>
                  <a:pt x="978395" y="640080"/>
                </a:lnTo>
                <a:lnTo>
                  <a:pt x="978395" y="648563"/>
                </a:lnTo>
                <a:lnTo>
                  <a:pt x="1000988" y="671156"/>
                </a:lnTo>
                <a:lnTo>
                  <a:pt x="749655" y="671156"/>
                </a:lnTo>
                <a:lnTo>
                  <a:pt x="743699" y="657745"/>
                </a:lnTo>
                <a:lnTo>
                  <a:pt x="742530" y="655129"/>
                </a:lnTo>
                <a:lnTo>
                  <a:pt x="730859" y="642378"/>
                </a:lnTo>
                <a:lnTo>
                  <a:pt x="724712" y="638975"/>
                </a:lnTo>
                <a:lnTo>
                  <a:pt x="724712" y="684580"/>
                </a:lnTo>
                <a:lnTo>
                  <a:pt x="722604" y="695032"/>
                </a:lnTo>
                <a:lnTo>
                  <a:pt x="716838" y="703567"/>
                </a:lnTo>
                <a:lnTo>
                  <a:pt x="708317" y="709320"/>
                </a:lnTo>
                <a:lnTo>
                  <a:pt x="697877" y="711428"/>
                </a:lnTo>
                <a:lnTo>
                  <a:pt x="687438" y="709320"/>
                </a:lnTo>
                <a:lnTo>
                  <a:pt x="678903" y="703567"/>
                </a:lnTo>
                <a:lnTo>
                  <a:pt x="673138" y="695032"/>
                </a:lnTo>
                <a:lnTo>
                  <a:pt x="671029" y="684580"/>
                </a:lnTo>
                <a:lnTo>
                  <a:pt x="673138" y="674154"/>
                </a:lnTo>
                <a:lnTo>
                  <a:pt x="678903" y="665619"/>
                </a:lnTo>
                <a:lnTo>
                  <a:pt x="687438" y="659866"/>
                </a:lnTo>
                <a:lnTo>
                  <a:pt x="697877" y="657745"/>
                </a:lnTo>
                <a:lnTo>
                  <a:pt x="708317" y="659866"/>
                </a:lnTo>
                <a:lnTo>
                  <a:pt x="716838" y="665619"/>
                </a:lnTo>
                <a:lnTo>
                  <a:pt x="722604" y="674154"/>
                </a:lnTo>
                <a:lnTo>
                  <a:pt x="724712" y="684580"/>
                </a:lnTo>
                <a:lnTo>
                  <a:pt x="724712" y="638975"/>
                </a:lnTo>
                <a:lnTo>
                  <a:pt x="715645" y="633945"/>
                </a:lnTo>
                <a:lnTo>
                  <a:pt x="697877" y="630897"/>
                </a:lnTo>
                <a:lnTo>
                  <a:pt x="680110" y="633945"/>
                </a:lnTo>
                <a:lnTo>
                  <a:pt x="664883" y="642378"/>
                </a:lnTo>
                <a:lnTo>
                  <a:pt x="653211" y="655129"/>
                </a:lnTo>
                <a:lnTo>
                  <a:pt x="646099" y="671156"/>
                </a:lnTo>
                <a:lnTo>
                  <a:pt x="502577" y="671156"/>
                </a:lnTo>
                <a:lnTo>
                  <a:pt x="496557" y="677176"/>
                </a:lnTo>
                <a:lnTo>
                  <a:pt x="496557" y="691997"/>
                </a:lnTo>
                <a:lnTo>
                  <a:pt x="502577" y="698004"/>
                </a:lnTo>
                <a:lnTo>
                  <a:pt x="646099" y="698004"/>
                </a:lnTo>
                <a:lnTo>
                  <a:pt x="653211" y="714044"/>
                </a:lnTo>
                <a:lnTo>
                  <a:pt x="664883" y="726795"/>
                </a:lnTo>
                <a:lnTo>
                  <a:pt x="680110" y="735228"/>
                </a:lnTo>
                <a:lnTo>
                  <a:pt x="697877" y="738263"/>
                </a:lnTo>
                <a:lnTo>
                  <a:pt x="715645" y="735228"/>
                </a:lnTo>
                <a:lnTo>
                  <a:pt x="730859" y="726795"/>
                </a:lnTo>
                <a:lnTo>
                  <a:pt x="742530" y="714044"/>
                </a:lnTo>
                <a:lnTo>
                  <a:pt x="743699" y="711428"/>
                </a:lnTo>
                <a:lnTo>
                  <a:pt x="749655" y="698004"/>
                </a:lnTo>
                <a:lnTo>
                  <a:pt x="1000988" y="698004"/>
                </a:lnTo>
                <a:lnTo>
                  <a:pt x="978395" y="720610"/>
                </a:lnTo>
                <a:lnTo>
                  <a:pt x="978395" y="729081"/>
                </a:lnTo>
                <a:lnTo>
                  <a:pt x="986256" y="736955"/>
                </a:lnTo>
                <a:lnTo>
                  <a:pt x="989698" y="738263"/>
                </a:lnTo>
                <a:lnTo>
                  <a:pt x="996569" y="738263"/>
                </a:lnTo>
                <a:lnTo>
                  <a:pt x="999998" y="736955"/>
                </a:lnTo>
                <a:lnTo>
                  <a:pt x="1038948" y="698004"/>
                </a:lnTo>
                <a:lnTo>
                  <a:pt x="1100493" y="698004"/>
                </a:lnTo>
                <a:lnTo>
                  <a:pt x="1126921" y="695426"/>
                </a:lnTo>
                <a:lnTo>
                  <a:pt x="1151928" y="687844"/>
                </a:lnTo>
                <a:lnTo>
                  <a:pt x="1174915" y="675513"/>
                </a:lnTo>
                <a:lnTo>
                  <a:pt x="1180185" y="671156"/>
                </a:lnTo>
                <a:lnTo>
                  <a:pt x="1195298" y="658672"/>
                </a:lnTo>
                <a:lnTo>
                  <a:pt x="1212176" y="638263"/>
                </a:lnTo>
                <a:lnTo>
                  <a:pt x="1224534" y="615251"/>
                </a:lnTo>
                <a:lnTo>
                  <a:pt x="1232115" y="590232"/>
                </a:lnTo>
                <a:lnTo>
                  <a:pt x="1234706" y="563791"/>
                </a:lnTo>
                <a:close/>
              </a:path>
              <a:path w="1236345" h="1235075">
                <a:moveTo>
                  <a:pt x="1235773" y="321995"/>
                </a:moveTo>
                <a:lnTo>
                  <a:pt x="1210221" y="262369"/>
                </a:lnTo>
                <a:lnTo>
                  <a:pt x="1205357" y="251028"/>
                </a:lnTo>
                <a:lnTo>
                  <a:pt x="1205357" y="319176"/>
                </a:lnTo>
                <a:lnTo>
                  <a:pt x="1181011" y="343522"/>
                </a:lnTo>
                <a:lnTo>
                  <a:pt x="1156665" y="319176"/>
                </a:lnTo>
                <a:lnTo>
                  <a:pt x="1181011" y="262369"/>
                </a:lnTo>
                <a:lnTo>
                  <a:pt x="1205357" y="319176"/>
                </a:lnTo>
                <a:lnTo>
                  <a:pt x="1205357" y="251028"/>
                </a:lnTo>
                <a:lnTo>
                  <a:pt x="1194435" y="225539"/>
                </a:lnTo>
                <a:lnTo>
                  <a:pt x="1194435" y="97459"/>
                </a:lnTo>
                <a:lnTo>
                  <a:pt x="1194435" y="78943"/>
                </a:lnTo>
                <a:lnTo>
                  <a:pt x="1194041" y="77317"/>
                </a:lnTo>
                <a:lnTo>
                  <a:pt x="1193253" y="75272"/>
                </a:lnTo>
                <a:lnTo>
                  <a:pt x="1192936" y="74853"/>
                </a:lnTo>
                <a:lnTo>
                  <a:pt x="1192149" y="73431"/>
                </a:lnTo>
                <a:lnTo>
                  <a:pt x="1191602" y="72529"/>
                </a:lnTo>
                <a:lnTo>
                  <a:pt x="1190472" y="71247"/>
                </a:lnTo>
                <a:lnTo>
                  <a:pt x="1189990" y="70891"/>
                </a:lnTo>
                <a:lnTo>
                  <a:pt x="1188758" y="69862"/>
                </a:lnTo>
                <a:lnTo>
                  <a:pt x="1187983" y="69291"/>
                </a:lnTo>
                <a:lnTo>
                  <a:pt x="1186484" y="68529"/>
                </a:lnTo>
                <a:lnTo>
                  <a:pt x="1185900" y="68287"/>
                </a:lnTo>
                <a:lnTo>
                  <a:pt x="1184821" y="67919"/>
                </a:lnTo>
                <a:lnTo>
                  <a:pt x="1184465" y="67652"/>
                </a:lnTo>
                <a:lnTo>
                  <a:pt x="1120457" y="53111"/>
                </a:lnTo>
                <a:lnTo>
                  <a:pt x="1120457" y="80657"/>
                </a:lnTo>
                <a:lnTo>
                  <a:pt x="885761" y="134010"/>
                </a:lnTo>
                <a:lnTo>
                  <a:pt x="651052" y="80657"/>
                </a:lnTo>
                <a:lnTo>
                  <a:pt x="885761" y="27317"/>
                </a:lnTo>
                <a:lnTo>
                  <a:pt x="1120457" y="80657"/>
                </a:lnTo>
                <a:lnTo>
                  <a:pt x="1120457" y="53111"/>
                </a:lnTo>
                <a:lnTo>
                  <a:pt x="1006995" y="27317"/>
                </a:lnTo>
                <a:lnTo>
                  <a:pt x="886790" y="0"/>
                </a:lnTo>
                <a:lnTo>
                  <a:pt x="884770" y="0"/>
                </a:lnTo>
                <a:lnTo>
                  <a:pt x="581418" y="68961"/>
                </a:lnTo>
                <a:lnTo>
                  <a:pt x="577088" y="74396"/>
                </a:lnTo>
                <a:lnTo>
                  <a:pt x="577088" y="86931"/>
                </a:lnTo>
                <a:lnTo>
                  <a:pt x="581418" y="92367"/>
                </a:lnTo>
                <a:lnTo>
                  <a:pt x="883780" y="161074"/>
                </a:lnTo>
                <a:lnTo>
                  <a:pt x="887742" y="161074"/>
                </a:lnTo>
                <a:lnTo>
                  <a:pt x="1006856" y="134010"/>
                </a:lnTo>
                <a:lnTo>
                  <a:pt x="1060234" y="121881"/>
                </a:lnTo>
                <a:lnTo>
                  <a:pt x="1060234" y="255130"/>
                </a:lnTo>
                <a:lnTo>
                  <a:pt x="972299" y="255130"/>
                </a:lnTo>
                <a:lnTo>
                  <a:pt x="966279" y="261137"/>
                </a:lnTo>
                <a:lnTo>
                  <a:pt x="966279" y="275958"/>
                </a:lnTo>
                <a:lnTo>
                  <a:pt x="972299" y="281965"/>
                </a:lnTo>
                <a:lnTo>
                  <a:pt x="1060234" y="281965"/>
                </a:lnTo>
                <a:lnTo>
                  <a:pt x="1060234" y="309092"/>
                </a:lnTo>
                <a:lnTo>
                  <a:pt x="885761" y="348729"/>
                </a:lnTo>
                <a:lnTo>
                  <a:pt x="711288" y="309092"/>
                </a:lnTo>
                <a:lnTo>
                  <a:pt x="711288" y="214871"/>
                </a:lnTo>
                <a:lnTo>
                  <a:pt x="711288" y="188023"/>
                </a:lnTo>
                <a:lnTo>
                  <a:pt x="711288" y="153771"/>
                </a:lnTo>
                <a:lnTo>
                  <a:pt x="705281" y="147764"/>
                </a:lnTo>
                <a:lnTo>
                  <a:pt x="690460" y="147764"/>
                </a:lnTo>
                <a:lnTo>
                  <a:pt x="684453" y="153771"/>
                </a:lnTo>
                <a:lnTo>
                  <a:pt x="684453" y="188023"/>
                </a:lnTo>
                <a:lnTo>
                  <a:pt x="569214" y="188023"/>
                </a:lnTo>
                <a:lnTo>
                  <a:pt x="527646" y="146443"/>
                </a:lnTo>
                <a:lnTo>
                  <a:pt x="519163" y="146443"/>
                </a:lnTo>
                <a:lnTo>
                  <a:pt x="508660" y="156946"/>
                </a:lnTo>
                <a:lnTo>
                  <a:pt x="508660" y="165430"/>
                </a:lnTo>
                <a:lnTo>
                  <a:pt x="531266" y="188023"/>
                </a:lnTo>
                <a:lnTo>
                  <a:pt x="347027" y="188023"/>
                </a:lnTo>
                <a:lnTo>
                  <a:pt x="341071" y="174599"/>
                </a:lnTo>
                <a:lnTo>
                  <a:pt x="339915" y="171996"/>
                </a:lnTo>
                <a:lnTo>
                  <a:pt x="328244" y="159232"/>
                </a:lnTo>
                <a:lnTo>
                  <a:pt x="322084" y="155829"/>
                </a:lnTo>
                <a:lnTo>
                  <a:pt x="322084" y="201447"/>
                </a:lnTo>
                <a:lnTo>
                  <a:pt x="319976" y="211886"/>
                </a:lnTo>
                <a:lnTo>
                  <a:pt x="314223" y="220408"/>
                </a:lnTo>
                <a:lnTo>
                  <a:pt x="305689" y="226174"/>
                </a:lnTo>
                <a:lnTo>
                  <a:pt x="295249" y="228282"/>
                </a:lnTo>
                <a:lnTo>
                  <a:pt x="284810" y="226174"/>
                </a:lnTo>
                <a:lnTo>
                  <a:pt x="276275" y="220408"/>
                </a:lnTo>
                <a:lnTo>
                  <a:pt x="272542" y="214871"/>
                </a:lnTo>
                <a:lnTo>
                  <a:pt x="270522" y="211886"/>
                </a:lnTo>
                <a:lnTo>
                  <a:pt x="268414" y="201447"/>
                </a:lnTo>
                <a:lnTo>
                  <a:pt x="270522" y="190995"/>
                </a:lnTo>
                <a:lnTo>
                  <a:pt x="276275" y="182460"/>
                </a:lnTo>
                <a:lnTo>
                  <a:pt x="284810" y="176707"/>
                </a:lnTo>
                <a:lnTo>
                  <a:pt x="295249" y="174599"/>
                </a:lnTo>
                <a:lnTo>
                  <a:pt x="305689" y="176707"/>
                </a:lnTo>
                <a:lnTo>
                  <a:pt x="314223" y="182460"/>
                </a:lnTo>
                <a:lnTo>
                  <a:pt x="319976" y="190995"/>
                </a:lnTo>
                <a:lnTo>
                  <a:pt x="322084" y="201447"/>
                </a:lnTo>
                <a:lnTo>
                  <a:pt x="322084" y="155829"/>
                </a:lnTo>
                <a:lnTo>
                  <a:pt x="313016" y="150799"/>
                </a:lnTo>
                <a:lnTo>
                  <a:pt x="295249" y="147764"/>
                </a:lnTo>
                <a:lnTo>
                  <a:pt x="277482" y="150799"/>
                </a:lnTo>
                <a:lnTo>
                  <a:pt x="262255" y="159232"/>
                </a:lnTo>
                <a:lnTo>
                  <a:pt x="250583" y="171996"/>
                </a:lnTo>
                <a:lnTo>
                  <a:pt x="243471" y="188023"/>
                </a:lnTo>
                <a:lnTo>
                  <a:pt x="134200" y="188023"/>
                </a:lnTo>
                <a:lnTo>
                  <a:pt x="91833" y="194868"/>
                </a:lnTo>
                <a:lnTo>
                  <a:pt x="54991" y="213944"/>
                </a:lnTo>
                <a:lnTo>
                  <a:pt x="25933" y="243014"/>
                </a:lnTo>
                <a:lnTo>
                  <a:pt x="6858" y="279857"/>
                </a:lnTo>
                <a:lnTo>
                  <a:pt x="38" y="321995"/>
                </a:lnTo>
                <a:lnTo>
                  <a:pt x="0" y="322237"/>
                </a:lnTo>
                <a:lnTo>
                  <a:pt x="2603" y="348729"/>
                </a:lnTo>
                <a:lnTo>
                  <a:pt x="22491" y="396659"/>
                </a:lnTo>
                <a:lnTo>
                  <a:pt x="59753" y="433920"/>
                </a:lnTo>
                <a:lnTo>
                  <a:pt x="107759" y="453847"/>
                </a:lnTo>
                <a:lnTo>
                  <a:pt x="134200" y="456438"/>
                </a:lnTo>
                <a:lnTo>
                  <a:pt x="289699" y="456438"/>
                </a:lnTo>
                <a:lnTo>
                  <a:pt x="328637" y="495388"/>
                </a:lnTo>
                <a:lnTo>
                  <a:pt x="332079" y="496697"/>
                </a:lnTo>
                <a:lnTo>
                  <a:pt x="338950" y="496697"/>
                </a:lnTo>
                <a:lnTo>
                  <a:pt x="342379" y="495388"/>
                </a:lnTo>
                <a:lnTo>
                  <a:pt x="350253" y="487527"/>
                </a:lnTo>
                <a:lnTo>
                  <a:pt x="350253" y="479044"/>
                </a:lnTo>
                <a:lnTo>
                  <a:pt x="327647" y="456438"/>
                </a:lnTo>
                <a:lnTo>
                  <a:pt x="444779" y="456438"/>
                </a:lnTo>
                <a:lnTo>
                  <a:pt x="451904" y="472465"/>
                </a:lnTo>
                <a:lnTo>
                  <a:pt x="463575" y="485216"/>
                </a:lnTo>
                <a:lnTo>
                  <a:pt x="478790" y="493649"/>
                </a:lnTo>
                <a:lnTo>
                  <a:pt x="496557" y="496697"/>
                </a:lnTo>
                <a:lnTo>
                  <a:pt x="514324" y="493649"/>
                </a:lnTo>
                <a:lnTo>
                  <a:pt x="529551" y="485216"/>
                </a:lnTo>
                <a:lnTo>
                  <a:pt x="541223" y="472465"/>
                </a:lnTo>
                <a:lnTo>
                  <a:pt x="542378" y="469861"/>
                </a:lnTo>
                <a:lnTo>
                  <a:pt x="548335" y="456438"/>
                </a:lnTo>
                <a:lnTo>
                  <a:pt x="705281" y="456438"/>
                </a:lnTo>
                <a:lnTo>
                  <a:pt x="711288" y="450430"/>
                </a:lnTo>
                <a:lnTo>
                  <a:pt x="711288" y="435610"/>
                </a:lnTo>
                <a:lnTo>
                  <a:pt x="705281" y="429602"/>
                </a:lnTo>
                <a:lnTo>
                  <a:pt x="548335" y="429602"/>
                </a:lnTo>
                <a:lnTo>
                  <a:pt x="542378" y="416179"/>
                </a:lnTo>
                <a:lnTo>
                  <a:pt x="541223" y="413562"/>
                </a:lnTo>
                <a:lnTo>
                  <a:pt x="529551" y="400799"/>
                </a:lnTo>
                <a:lnTo>
                  <a:pt x="523405" y="397408"/>
                </a:lnTo>
                <a:lnTo>
                  <a:pt x="523405" y="443014"/>
                </a:lnTo>
                <a:lnTo>
                  <a:pt x="521296" y="453453"/>
                </a:lnTo>
                <a:lnTo>
                  <a:pt x="515531" y="461987"/>
                </a:lnTo>
                <a:lnTo>
                  <a:pt x="506996" y="467741"/>
                </a:lnTo>
                <a:lnTo>
                  <a:pt x="496557" y="469861"/>
                </a:lnTo>
                <a:lnTo>
                  <a:pt x="486117" y="467741"/>
                </a:lnTo>
                <a:lnTo>
                  <a:pt x="477596" y="461987"/>
                </a:lnTo>
                <a:lnTo>
                  <a:pt x="471830" y="453453"/>
                </a:lnTo>
                <a:lnTo>
                  <a:pt x="469722" y="443014"/>
                </a:lnTo>
                <a:lnTo>
                  <a:pt x="471830" y="432574"/>
                </a:lnTo>
                <a:lnTo>
                  <a:pt x="473849" y="429602"/>
                </a:lnTo>
                <a:lnTo>
                  <a:pt x="477596" y="424040"/>
                </a:lnTo>
                <a:lnTo>
                  <a:pt x="486117" y="418287"/>
                </a:lnTo>
                <a:lnTo>
                  <a:pt x="496557" y="416179"/>
                </a:lnTo>
                <a:lnTo>
                  <a:pt x="506996" y="418287"/>
                </a:lnTo>
                <a:lnTo>
                  <a:pt x="515531" y="424040"/>
                </a:lnTo>
                <a:lnTo>
                  <a:pt x="521296" y="432574"/>
                </a:lnTo>
                <a:lnTo>
                  <a:pt x="523405" y="443014"/>
                </a:lnTo>
                <a:lnTo>
                  <a:pt x="523405" y="397408"/>
                </a:lnTo>
                <a:lnTo>
                  <a:pt x="514324" y="392379"/>
                </a:lnTo>
                <a:lnTo>
                  <a:pt x="496557" y="389331"/>
                </a:lnTo>
                <a:lnTo>
                  <a:pt x="478790" y="392379"/>
                </a:lnTo>
                <a:lnTo>
                  <a:pt x="463575" y="400799"/>
                </a:lnTo>
                <a:lnTo>
                  <a:pt x="451904" y="413562"/>
                </a:lnTo>
                <a:lnTo>
                  <a:pt x="444779" y="429602"/>
                </a:lnTo>
                <a:lnTo>
                  <a:pt x="327647" y="429602"/>
                </a:lnTo>
                <a:lnTo>
                  <a:pt x="350253" y="406996"/>
                </a:lnTo>
                <a:lnTo>
                  <a:pt x="350253" y="398513"/>
                </a:lnTo>
                <a:lnTo>
                  <a:pt x="339750" y="388023"/>
                </a:lnTo>
                <a:lnTo>
                  <a:pt x="331266" y="388023"/>
                </a:lnTo>
                <a:lnTo>
                  <a:pt x="289699" y="429602"/>
                </a:lnTo>
                <a:lnTo>
                  <a:pt x="134200" y="429602"/>
                </a:lnTo>
                <a:lnTo>
                  <a:pt x="93052" y="421462"/>
                </a:lnTo>
                <a:lnTo>
                  <a:pt x="58305" y="398056"/>
                </a:lnTo>
                <a:lnTo>
                  <a:pt x="34963" y="363359"/>
                </a:lnTo>
                <a:lnTo>
                  <a:pt x="26835" y="322237"/>
                </a:lnTo>
                <a:lnTo>
                  <a:pt x="35293" y="280479"/>
                </a:lnTo>
                <a:lnTo>
                  <a:pt x="58318" y="246341"/>
                </a:lnTo>
                <a:lnTo>
                  <a:pt x="92456" y="223316"/>
                </a:lnTo>
                <a:lnTo>
                  <a:pt x="134200" y="214871"/>
                </a:lnTo>
                <a:lnTo>
                  <a:pt x="243471" y="214871"/>
                </a:lnTo>
                <a:lnTo>
                  <a:pt x="250583" y="230898"/>
                </a:lnTo>
                <a:lnTo>
                  <a:pt x="262255" y="243649"/>
                </a:lnTo>
                <a:lnTo>
                  <a:pt x="277482" y="252082"/>
                </a:lnTo>
                <a:lnTo>
                  <a:pt x="295249" y="255130"/>
                </a:lnTo>
                <a:lnTo>
                  <a:pt x="313016" y="252082"/>
                </a:lnTo>
                <a:lnTo>
                  <a:pt x="328244" y="243649"/>
                </a:lnTo>
                <a:lnTo>
                  <a:pt x="339915" y="230898"/>
                </a:lnTo>
                <a:lnTo>
                  <a:pt x="341071" y="228282"/>
                </a:lnTo>
                <a:lnTo>
                  <a:pt x="347027" y="214871"/>
                </a:lnTo>
                <a:lnTo>
                  <a:pt x="531266" y="214871"/>
                </a:lnTo>
                <a:lnTo>
                  <a:pt x="508660" y="237464"/>
                </a:lnTo>
                <a:lnTo>
                  <a:pt x="508660" y="245948"/>
                </a:lnTo>
                <a:lnTo>
                  <a:pt x="516534" y="253809"/>
                </a:lnTo>
                <a:lnTo>
                  <a:pt x="519963" y="255130"/>
                </a:lnTo>
                <a:lnTo>
                  <a:pt x="526834" y="255130"/>
                </a:lnTo>
                <a:lnTo>
                  <a:pt x="530275" y="253809"/>
                </a:lnTo>
                <a:lnTo>
                  <a:pt x="569214" y="214871"/>
                </a:lnTo>
                <a:lnTo>
                  <a:pt x="684453" y="214871"/>
                </a:lnTo>
                <a:lnTo>
                  <a:pt x="684453" y="326085"/>
                </a:lnTo>
                <a:lnTo>
                  <a:pt x="688784" y="331520"/>
                </a:lnTo>
                <a:lnTo>
                  <a:pt x="884288" y="375920"/>
                </a:lnTo>
                <a:lnTo>
                  <a:pt x="887234" y="375920"/>
                </a:lnTo>
                <a:lnTo>
                  <a:pt x="1006932" y="348729"/>
                </a:lnTo>
                <a:lnTo>
                  <a:pt x="1082687" y="331520"/>
                </a:lnTo>
                <a:lnTo>
                  <a:pt x="1087069" y="326085"/>
                </a:lnTo>
                <a:lnTo>
                  <a:pt x="1087069" y="121881"/>
                </a:lnTo>
                <a:lnTo>
                  <a:pt x="1087069" y="115773"/>
                </a:lnTo>
                <a:lnTo>
                  <a:pt x="1167599" y="97459"/>
                </a:lnTo>
                <a:lnTo>
                  <a:pt x="1167599" y="225539"/>
                </a:lnTo>
                <a:lnTo>
                  <a:pt x="1126261" y="321995"/>
                </a:lnTo>
                <a:lnTo>
                  <a:pt x="1127404" y="327837"/>
                </a:lnTo>
                <a:lnTo>
                  <a:pt x="1174140" y="374599"/>
                </a:lnTo>
                <a:lnTo>
                  <a:pt x="1177582" y="375920"/>
                </a:lnTo>
                <a:lnTo>
                  <a:pt x="1184452" y="375920"/>
                </a:lnTo>
                <a:lnTo>
                  <a:pt x="1187881" y="374599"/>
                </a:lnTo>
                <a:lnTo>
                  <a:pt x="1218958" y="343522"/>
                </a:lnTo>
                <a:lnTo>
                  <a:pt x="1234643" y="327837"/>
                </a:lnTo>
                <a:lnTo>
                  <a:pt x="1235722" y="322237"/>
                </a:lnTo>
                <a:lnTo>
                  <a:pt x="1235773" y="321995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24062" y="4453365"/>
            <a:ext cx="1242060" cy="1033780"/>
          </a:xfrm>
          <a:custGeom>
            <a:avLst/>
            <a:gdLst/>
            <a:ahLst/>
            <a:cxnLst/>
            <a:rect l="l" t="t" r="r" b="b"/>
            <a:pathLst>
              <a:path w="1242060" h="1033779">
                <a:moveTo>
                  <a:pt x="1053706" y="0"/>
                </a:moveTo>
                <a:lnTo>
                  <a:pt x="189179" y="0"/>
                </a:lnTo>
                <a:lnTo>
                  <a:pt x="180917" y="1675"/>
                </a:lnTo>
                <a:lnTo>
                  <a:pt x="174158" y="6238"/>
                </a:lnTo>
                <a:lnTo>
                  <a:pt x="169594" y="12998"/>
                </a:lnTo>
                <a:lnTo>
                  <a:pt x="167919" y="21259"/>
                </a:lnTo>
                <a:lnTo>
                  <a:pt x="167919" y="207530"/>
                </a:lnTo>
                <a:lnTo>
                  <a:pt x="169594" y="215794"/>
                </a:lnTo>
                <a:lnTo>
                  <a:pt x="174158" y="222557"/>
                </a:lnTo>
                <a:lnTo>
                  <a:pt x="180917" y="227126"/>
                </a:lnTo>
                <a:lnTo>
                  <a:pt x="189179" y="228803"/>
                </a:lnTo>
                <a:lnTo>
                  <a:pt x="1053706" y="228803"/>
                </a:lnTo>
                <a:lnTo>
                  <a:pt x="1061970" y="227126"/>
                </a:lnTo>
                <a:lnTo>
                  <a:pt x="1068733" y="222557"/>
                </a:lnTo>
                <a:lnTo>
                  <a:pt x="1073110" y="216077"/>
                </a:lnTo>
                <a:lnTo>
                  <a:pt x="184492" y="216077"/>
                </a:lnTo>
                <a:lnTo>
                  <a:pt x="180632" y="212229"/>
                </a:lnTo>
                <a:lnTo>
                  <a:pt x="180632" y="16573"/>
                </a:lnTo>
                <a:lnTo>
                  <a:pt x="184492" y="12712"/>
                </a:lnTo>
                <a:lnTo>
                  <a:pt x="1073108" y="12712"/>
                </a:lnTo>
                <a:lnTo>
                  <a:pt x="1068733" y="6238"/>
                </a:lnTo>
                <a:lnTo>
                  <a:pt x="1061970" y="1675"/>
                </a:lnTo>
                <a:lnTo>
                  <a:pt x="1053706" y="0"/>
                </a:lnTo>
                <a:close/>
              </a:path>
              <a:path w="1242060" h="1033779">
                <a:moveTo>
                  <a:pt x="1073108" y="12712"/>
                </a:moveTo>
                <a:lnTo>
                  <a:pt x="1058392" y="12712"/>
                </a:lnTo>
                <a:lnTo>
                  <a:pt x="1062253" y="16573"/>
                </a:lnTo>
                <a:lnTo>
                  <a:pt x="1062253" y="212229"/>
                </a:lnTo>
                <a:lnTo>
                  <a:pt x="1058392" y="216077"/>
                </a:lnTo>
                <a:lnTo>
                  <a:pt x="1073110" y="216077"/>
                </a:lnTo>
                <a:lnTo>
                  <a:pt x="1073301" y="215794"/>
                </a:lnTo>
                <a:lnTo>
                  <a:pt x="1074978" y="207530"/>
                </a:lnTo>
                <a:lnTo>
                  <a:pt x="1074978" y="21259"/>
                </a:lnTo>
                <a:lnTo>
                  <a:pt x="1073301" y="12998"/>
                </a:lnTo>
                <a:lnTo>
                  <a:pt x="1073108" y="12712"/>
                </a:lnTo>
                <a:close/>
              </a:path>
              <a:path w="1242060" h="1033779">
                <a:moveTo>
                  <a:pt x="1218882" y="924991"/>
                </a:moveTo>
                <a:lnTo>
                  <a:pt x="1194181" y="949693"/>
                </a:lnTo>
                <a:lnTo>
                  <a:pt x="1192256" y="954420"/>
                </a:lnTo>
                <a:lnTo>
                  <a:pt x="1194379" y="958684"/>
                </a:lnTo>
                <a:lnTo>
                  <a:pt x="1198438" y="960601"/>
                </a:lnTo>
                <a:lnTo>
                  <a:pt x="1203172" y="958684"/>
                </a:lnTo>
                <a:lnTo>
                  <a:pt x="1235990" y="925855"/>
                </a:lnTo>
                <a:lnTo>
                  <a:pt x="1219606" y="925855"/>
                </a:lnTo>
                <a:lnTo>
                  <a:pt x="1218882" y="924991"/>
                </a:lnTo>
                <a:close/>
              </a:path>
              <a:path w="1242060" h="1033779">
                <a:moveTo>
                  <a:pt x="1218006" y="913180"/>
                </a:moveTo>
                <a:lnTo>
                  <a:pt x="1110284" y="913180"/>
                </a:lnTo>
                <a:lnTo>
                  <a:pt x="1110284" y="925855"/>
                </a:lnTo>
                <a:lnTo>
                  <a:pt x="1218018" y="925855"/>
                </a:lnTo>
                <a:lnTo>
                  <a:pt x="1218882" y="924991"/>
                </a:lnTo>
                <a:lnTo>
                  <a:pt x="1236854" y="924991"/>
                </a:lnTo>
                <a:lnTo>
                  <a:pt x="1240307" y="921537"/>
                </a:lnTo>
                <a:lnTo>
                  <a:pt x="1240307" y="917511"/>
                </a:lnTo>
                <a:lnTo>
                  <a:pt x="1237184" y="914387"/>
                </a:lnTo>
                <a:lnTo>
                  <a:pt x="1219212" y="914387"/>
                </a:lnTo>
                <a:lnTo>
                  <a:pt x="1218006" y="913180"/>
                </a:lnTo>
                <a:close/>
              </a:path>
              <a:path w="1242060" h="1033779">
                <a:moveTo>
                  <a:pt x="1236854" y="924991"/>
                </a:moveTo>
                <a:lnTo>
                  <a:pt x="1218882" y="924991"/>
                </a:lnTo>
                <a:lnTo>
                  <a:pt x="1219606" y="925855"/>
                </a:lnTo>
                <a:lnTo>
                  <a:pt x="1235990" y="925855"/>
                </a:lnTo>
                <a:lnTo>
                  <a:pt x="1236854" y="924991"/>
                </a:lnTo>
                <a:close/>
              </a:path>
              <a:path w="1242060" h="1033779">
                <a:moveTo>
                  <a:pt x="1198438" y="878445"/>
                </a:moveTo>
                <a:lnTo>
                  <a:pt x="1194238" y="880425"/>
                </a:lnTo>
                <a:lnTo>
                  <a:pt x="1192256" y="884623"/>
                </a:lnTo>
                <a:lnTo>
                  <a:pt x="1194181" y="889355"/>
                </a:lnTo>
                <a:lnTo>
                  <a:pt x="1219212" y="914387"/>
                </a:lnTo>
                <a:lnTo>
                  <a:pt x="1218933" y="913180"/>
                </a:lnTo>
                <a:lnTo>
                  <a:pt x="1235978" y="913180"/>
                </a:lnTo>
                <a:lnTo>
                  <a:pt x="1203234" y="880425"/>
                </a:lnTo>
                <a:lnTo>
                  <a:pt x="1198438" y="878445"/>
                </a:lnTo>
                <a:close/>
              </a:path>
              <a:path w="1242060" h="1033779">
                <a:moveTo>
                  <a:pt x="1235978" y="913180"/>
                </a:moveTo>
                <a:lnTo>
                  <a:pt x="1218933" y="913180"/>
                </a:lnTo>
                <a:lnTo>
                  <a:pt x="1219212" y="914387"/>
                </a:lnTo>
                <a:lnTo>
                  <a:pt x="1237184" y="914387"/>
                </a:lnTo>
                <a:lnTo>
                  <a:pt x="1235978" y="913180"/>
                </a:lnTo>
                <a:close/>
              </a:path>
              <a:path w="1242060" h="1033779">
                <a:moveTo>
                  <a:pt x="43232" y="878445"/>
                </a:moveTo>
                <a:lnTo>
                  <a:pt x="38444" y="880425"/>
                </a:lnTo>
                <a:lnTo>
                  <a:pt x="1358" y="917511"/>
                </a:lnTo>
                <a:lnTo>
                  <a:pt x="1358" y="921537"/>
                </a:lnTo>
                <a:lnTo>
                  <a:pt x="40982" y="961161"/>
                </a:lnTo>
                <a:lnTo>
                  <a:pt x="45008" y="961161"/>
                </a:lnTo>
                <a:lnTo>
                  <a:pt x="49974" y="956195"/>
                </a:lnTo>
                <a:lnTo>
                  <a:pt x="49974" y="952169"/>
                </a:lnTo>
                <a:lnTo>
                  <a:pt x="23659" y="925855"/>
                </a:lnTo>
                <a:lnTo>
                  <a:pt x="22250" y="925855"/>
                </a:lnTo>
                <a:lnTo>
                  <a:pt x="22517" y="924712"/>
                </a:lnTo>
                <a:lnTo>
                  <a:pt x="131381" y="924712"/>
                </a:lnTo>
                <a:lnTo>
                  <a:pt x="131381" y="914628"/>
                </a:lnTo>
                <a:lnTo>
                  <a:pt x="22225" y="914628"/>
                </a:lnTo>
                <a:lnTo>
                  <a:pt x="22923" y="913180"/>
                </a:lnTo>
                <a:lnTo>
                  <a:pt x="23672" y="913180"/>
                </a:lnTo>
                <a:lnTo>
                  <a:pt x="47485" y="889355"/>
                </a:lnTo>
                <a:lnTo>
                  <a:pt x="49409" y="884623"/>
                </a:lnTo>
                <a:lnTo>
                  <a:pt x="47429" y="880425"/>
                </a:lnTo>
                <a:lnTo>
                  <a:pt x="43232" y="878445"/>
                </a:lnTo>
                <a:close/>
              </a:path>
              <a:path w="1242060" h="1033779">
                <a:moveTo>
                  <a:pt x="22517" y="924712"/>
                </a:moveTo>
                <a:lnTo>
                  <a:pt x="22250" y="925855"/>
                </a:lnTo>
                <a:lnTo>
                  <a:pt x="23659" y="925855"/>
                </a:lnTo>
                <a:lnTo>
                  <a:pt x="22517" y="924712"/>
                </a:lnTo>
                <a:close/>
              </a:path>
              <a:path w="1242060" h="1033779">
                <a:moveTo>
                  <a:pt x="131381" y="924712"/>
                </a:moveTo>
                <a:lnTo>
                  <a:pt x="22517" y="924712"/>
                </a:lnTo>
                <a:lnTo>
                  <a:pt x="23659" y="925855"/>
                </a:lnTo>
                <a:lnTo>
                  <a:pt x="131381" y="925855"/>
                </a:lnTo>
                <a:lnTo>
                  <a:pt x="131381" y="924712"/>
                </a:lnTo>
                <a:close/>
              </a:path>
              <a:path w="1242060" h="1033779">
                <a:moveTo>
                  <a:pt x="23672" y="913180"/>
                </a:moveTo>
                <a:lnTo>
                  <a:pt x="22923" y="913180"/>
                </a:lnTo>
                <a:lnTo>
                  <a:pt x="22225" y="914628"/>
                </a:lnTo>
                <a:lnTo>
                  <a:pt x="23672" y="913180"/>
                </a:lnTo>
                <a:close/>
              </a:path>
              <a:path w="1242060" h="1033779">
                <a:moveTo>
                  <a:pt x="131381" y="913180"/>
                </a:moveTo>
                <a:lnTo>
                  <a:pt x="23672" y="913180"/>
                </a:lnTo>
                <a:lnTo>
                  <a:pt x="22225" y="914628"/>
                </a:lnTo>
                <a:lnTo>
                  <a:pt x="131381" y="914628"/>
                </a:lnTo>
                <a:lnTo>
                  <a:pt x="131381" y="913180"/>
                </a:lnTo>
                <a:close/>
              </a:path>
              <a:path w="1242060" h="1033779">
                <a:moveTo>
                  <a:pt x="472516" y="804938"/>
                </a:moveTo>
                <a:lnTo>
                  <a:pt x="166065" y="804938"/>
                </a:lnTo>
                <a:lnTo>
                  <a:pt x="157808" y="806615"/>
                </a:lnTo>
                <a:lnTo>
                  <a:pt x="151049" y="811182"/>
                </a:lnTo>
                <a:lnTo>
                  <a:pt x="146482" y="817942"/>
                </a:lnTo>
                <a:lnTo>
                  <a:pt x="144902" y="825718"/>
                </a:lnTo>
                <a:lnTo>
                  <a:pt x="144805" y="1012469"/>
                </a:lnTo>
                <a:lnTo>
                  <a:pt x="146176" y="1019225"/>
                </a:lnTo>
                <a:lnTo>
                  <a:pt x="146536" y="1020813"/>
                </a:lnTo>
                <a:lnTo>
                  <a:pt x="151049" y="1027496"/>
                </a:lnTo>
                <a:lnTo>
                  <a:pt x="157808" y="1032064"/>
                </a:lnTo>
                <a:lnTo>
                  <a:pt x="166065" y="1033741"/>
                </a:lnTo>
                <a:lnTo>
                  <a:pt x="471411" y="1033741"/>
                </a:lnTo>
                <a:lnTo>
                  <a:pt x="478345" y="1030795"/>
                </a:lnTo>
                <a:lnTo>
                  <a:pt x="495354" y="1030795"/>
                </a:lnTo>
                <a:lnTo>
                  <a:pt x="495314" y="1027496"/>
                </a:lnTo>
                <a:lnTo>
                  <a:pt x="487730" y="1027496"/>
                </a:lnTo>
                <a:lnTo>
                  <a:pt x="491096" y="1026413"/>
                </a:lnTo>
                <a:lnTo>
                  <a:pt x="514275" y="1021029"/>
                </a:lnTo>
                <a:lnTo>
                  <a:pt x="161378" y="1021029"/>
                </a:lnTo>
                <a:lnTo>
                  <a:pt x="157518" y="1017168"/>
                </a:lnTo>
                <a:lnTo>
                  <a:pt x="157518" y="821512"/>
                </a:lnTo>
                <a:lnTo>
                  <a:pt x="161378" y="817651"/>
                </a:lnTo>
                <a:lnTo>
                  <a:pt x="515296" y="817651"/>
                </a:lnTo>
                <a:lnTo>
                  <a:pt x="488911" y="811491"/>
                </a:lnTo>
                <a:lnTo>
                  <a:pt x="503072" y="811491"/>
                </a:lnTo>
                <a:lnTo>
                  <a:pt x="503049" y="809536"/>
                </a:lnTo>
                <a:lnTo>
                  <a:pt x="482739" y="809536"/>
                </a:lnTo>
                <a:lnTo>
                  <a:pt x="482346" y="809332"/>
                </a:lnTo>
                <a:lnTo>
                  <a:pt x="474794" y="806615"/>
                </a:lnTo>
                <a:lnTo>
                  <a:pt x="474639" y="806615"/>
                </a:lnTo>
                <a:lnTo>
                  <a:pt x="472516" y="804938"/>
                </a:lnTo>
                <a:close/>
              </a:path>
              <a:path w="1242060" h="1033779">
                <a:moveTo>
                  <a:pt x="495354" y="1030795"/>
                </a:moveTo>
                <a:lnTo>
                  <a:pt x="478345" y="1030795"/>
                </a:lnTo>
                <a:lnTo>
                  <a:pt x="474451" y="1033741"/>
                </a:lnTo>
                <a:lnTo>
                  <a:pt x="495389" y="1033741"/>
                </a:lnTo>
                <a:lnTo>
                  <a:pt x="495354" y="1030795"/>
                </a:lnTo>
                <a:close/>
              </a:path>
              <a:path w="1242060" h="1033779">
                <a:moveTo>
                  <a:pt x="527102" y="1027496"/>
                </a:moveTo>
                <a:lnTo>
                  <a:pt x="506020" y="1027496"/>
                </a:lnTo>
                <a:lnTo>
                  <a:pt x="506083" y="1033741"/>
                </a:lnTo>
                <a:lnTo>
                  <a:pt x="527177" y="1033741"/>
                </a:lnTo>
                <a:lnTo>
                  <a:pt x="527102" y="1027496"/>
                </a:lnTo>
                <a:close/>
              </a:path>
              <a:path w="1242060" h="1033779">
                <a:moveTo>
                  <a:pt x="558890" y="1027496"/>
                </a:moveTo>
                <a:lnTo>
                  <a:pt x="537808" y="1027496"/>
                </a:lnTo>
                <a:lnTo>
                  <a:pt x="537871" y="1033741"/>
                </a:lnTo>
                <a:lnTo>
                  <a:pt x="558966" y="1033741"/>
                </a:lnTo>
                <a:lnTo>
                  <a:pt x="558890" y="1027496"/>
                </a:lnTo>
                <a:close/>
              </a:path>
              <a:path w="1242060" h="1033779">
                <a:moveTo>
                  <a:pt x="590678" y="1027496"/>
                </a:moveTo>
                <a:lnTo>
                  <a:pt x="569596" y="1027496"/>
                </a:lnTo>
                <a:lnTo>
                  <a:pt x="569659" y="1033741"/>
                </a:lnTo>
                <a:lnTo>
                  <a:pt x="590754" y="1033741"/>
                </a:lnTo>
                <a:lnTo>
                  <a:pt x="590678" y="1027496"/>
                </a:lnTo>
                <a:close/>
              </a:path>
              <a:path w="1242060" h="1033779">
                <a:moveTo>
                  <a:pt x="622466" y="1027496"/>
                </a:moveTo>
                <a:lnTo>
                  <a:pt x="601384" y="1027496"/>
                </a:lnTo>
                <a:lnTo>
                  <a:pt x="601447" y="1033741"/>
                </a:lnTo>
                <a:lnTo>
                  <a:pt x="622542" y="1033741"/>
                </a:lnTo>
                <a:lnTo>
                  <a:pt x="622466" y="1027496"/>
                </a:lnTo>
                <a:close/>
              </a:path>
              <a:path w="1242060" h="1033779">
                <a:moveTo>
                  <a:pt x="654254" y="1027496"/>
                </a:moveTo>
                <a:lnTo>
                  <a:pt x="633172" y="1027496"/>
                </a:lnTo>
                <a:lnTo>
                  <a:pt x="633235" y="1033741"/>
                </a:lnTo>
                <a:lnTo>
                  <a:pt x="654330" y="1033741"/>
                </a:lnTo>
                <a:lnTo>
                  <a:pt x="654254" y="1027496"/>
                </a:lnTo>
                <a:close/>
              </a:path>
              <a:path w="1242060" h="1033779">
                <a:moveTo>
                  <a:pt x="686042" y="1027496"/>
                </a:moveTo>
                <a:lnTo>
                  <a:pt x="664960" y="1027496"/>
                </a:lnTo>
                <a:lnTo>
                  <a:pt x="665023" y="1033741"/>
                </a:lnTo>
                <a:lnTo>
                  <a:pt x="686118" y="1033741"/>
                </a:lnTo>
                <a:lnTo>
                  <a:pt x="686042" y="1027496"/>
                </a:lnTo>
                <a:close/>
              </a:path>
              <a:path w="1242060" h="1033779">
                <a:moveTo>
                  <a:pt x="717830" y="1027496"/>
                </a:moveTo>
                <a:lnTo>
                  <a:pt x="696748" y="1027496"/>
                </a:lnTo>
                <a:lnTo>
                  <a:pt x="696811" y="1033741"/>
                </a:lnTo>
                <a:lnTo>
                  <a:pt x="717906" y="1033741"/>
                </a:lnTo>
                <a:lnTo>
                  <a:pt x="717830" y="1027496"/>
                </a:lnTo>
                <a:close/>
              </a:path>
              <a:path w="1242060" h="1033779">
                <a:moveTo>
                  <a:pt x="749619" y="1027496"/>
                </a:moveTo>
                <a:lnTo>
                  <a:pt x="728536" y="1027496"/>
                </a:lnTo>
                <a:lnTo>
                  <a:pt x="728599" y="1033741"/>
                </a:lnTo>
                <a:lnTo>
                  <a:pt x="749694" y="1033741"/>
                </a:lnTo>
                <a:lnTo>
                  <a:pt x="749619" y="1027496"/>
                </a:lnTo>
                <a:close/>
              </a:path>
              <a:path w="1242060" h="1033779">
                <a:moveTo>
                  <a:pt x="760310" y="1029195"/>
                </a:moveTo>
                <a:lnTo>
                  <a:pt x="762228" y="1032967"/>
                </a:lnTo>
                <a:lnTo>
                  <a:pt x="763343" y="1033741"/>
                </a:lnTo>
                <a:lnTo>
                  <a:pt x="1076820" y="1033741"/>
                </a:lnTo>
                <a:lnTo>
                  <a:pt x="1085082" y="1032064"/>
                </a:lnTo>
                <a:lnTo>
                  <a:pt x="1087918" y="1030147"/>
                </a:lnTo>
                <a:lnTo>
                  <a:pt x="763409" y="1030147"/>
                </a:lnTo>
                <a:lnTo>
                  <a:pt x="760310" y="1029195"/>
                </a:lnTo>
                <a:close/>
              </a:path>
              <a:path w="1242060" h="1033779">
                <a:moveTo>
                  <a:pt x="735638" y="1009320"/>
                </a:moveTo>
                <a:lnTo>
                  <a:pt x="596063" y="1009320"/>
                </a:lnTo>
                <a:lnTo>
                  <a:pt x="653899" y="1009578"/>
                </a:lnTo>
                <a:lnTo>
                  <a:pt x="709458" y="1015881"/>
                </a:lnTo>
                <a:lnTo>
                  <a:pt x="758355" y="1028357"/>
                </a:lnTo>
                <a:lnTo>
                  <a:pt x="763409" y="1030147"/>
                </a:lnTo>
                <a:lnTo>
                  <a:pt x="1087918" y="1030147"/>
                </a:lnTo>
                <a:lnTo>
                  <a:pt x="1091841" y="1027496"/>
                </a:lnTo>
                <a:lnTo>
                  <a:pt x="1096205" y="1021029"/>
                </a:lnTo>
                <a:lnTo>
                  <a:pt x="774166" y="1021029"/>
                </a:lnTo>
                <a:lnTo>
                  <a:pt x="774217" y="1020813"/>
                </a:lnTo>
                <a:lnTo>
                  <a:pt x="770064" y="1019225"/>
                </a:lnTo>
                <a:lnTo>
                  <a:pt x="735638" y="1009320"/>
                </a:lnTo>
                <a:close/>
              </a:path>
              <a:path w="1242060" h="1033779">
                <a:moveTo>
                  <a:pt x="621630" y="996319"/>
                </a:moveTo>
                <a:lnTo>
                  <a:pt x="566198" y="998900"/>
                </a:lnTo>
                <a:lnTo>
                  <a:pt x="567364" y="998900"/>
                </a:lnTo>
                <a:lnTo>
                  <a:pt x="516695" y="1006543"/>
                </a:lnTo>
                <a:lnTo>
                  <a:pt x="517058" y="1006543"/>
                </a:lnTo>
                <a:lnTo>
                  <a:pt x="473432" y="1019225"/>
                </a:lnTo>
                <a:lnTo>
                  <a:pt x="468789" y="1021029"/>
                </a:lnTo>
                <a:lnTo>
                  <a:pt x="514275" y="1021029"/>
                </a:lnTo>
                <a:lnTo>
                  <a:pt x="540334" y="1014975"/>
                </a:lnTo>
                <a:lnTo>
                  <a:pt x="596063" y="1009320"/>
                </a:lnTo>
                <a:lnTo>
                  <a:pt x="735638" y="1009320"/>
                </a:lnTo>
                <a:lnTo>
                  <a:pt x="725986" y="1006543"/>
                </a:lnTo>
                <a:lnTo>
                  <a:pt x="675419" y="998900"/>
                </a:lnTo>
                <a:lnTo>
                  <a:pt x="621630" y="996319"/>
                </a:lnTo>
                <a:close/>
              </a:path>
              <a:path w="1242060" h="1033779">
                <a:moveTo>
                  <a:pt x="1096208" y="817651"/>
                </a:moveTo>
                <a:lnTo>
                  <a:pt x="1081506" y="817651"/>
                </a:lnTo>
                <a:lnTo>
                  <a:pt x="1085367" y="821512"/>
                </a:lnTo>
                <a:lnTo>
                  <a:pt x="1085367" y="1017168"/>
                </a:lnTo>
                <a:lnTo>
                  <a:pt x="1081506" y="1021029"/>
                </a:lnTo>
                <a:lnTo>
                  <a:pt x="1096205" y="1021029"/>
                </a:lnTo>
                <a:lnTo>
                  <a:pt x="1096350" y="1020813"/>
                </a:lnTo>
                <a:lnTo>
                  <a:pt x="1096710" y="1019225"/>
                </a:lnTo>
                <a:lnTo>
                  <a:pt x="1098080" y="1012469"/>
                </a:lnTo>
                <a:lnTo>
                  <a:pt x="1097982" y="825718"/>
                </a:lnTo>
                <a:lnTo>
                  <a:pt x="1096404" y="817942"/>
                </a:lnTo>
                <a:lnTo>
                  <a:pt x="1096208" y="817651"/>
                </a:lnTo>
                <a:close/>
              </a:path>
              <a:path w="1242060" h="1033779">
                <a:moveTo>
                  <a:pt x="650831" y="961857"/>
                </a:moveTo>
                <a:lnTo>
                  <a:pt x="593188" y="961857"/>
                </a:lnTo>
                <a:lnTo>
                  <a:pt x="538726" y="966347"/>
                </a:lnTo>
                <a:lnTo>
                  <a:pt x="492290" y="975245"/>
                </a:lnTo>
                <a:lnTo>
                  <a:pt x="488280" y="976350"/>
                </a:lnTo>
                <a:lnTo>
                  <a:pt x="489944" y="982459"/>
                </a:lnTo>
                <a:lnTo>
                  <a:pt x="493953" y="981354"/>
                </a:lnTo>
                <a:lnTo>
                  <a:pt x="539702" y="972615"/>
                </a:lnTo>
                <a:lnTo>
                  <a:pt x="593505" y="968203"/>
                </a:lnTo>
                <a:lnTo>
                  <a:pt x="714771" y="968203"/>
                </a:lnTo>
                <a:lnTo>
                  <a:pt x="705188" y="966347"/>
                </a:lnTo>
                <a:lnTo>
                  <a:pt x="705783" y="966347"/>
                </a:lnTo>
                <a:lnTo>
                  <a:pt x="650831" y="961857"/>
                </a:lnTo>
                <a:close/>
              </a:path>
              <a:path w="1242060" h="1033779">
                <a:moveTo>
                  <a:pt x="714771" y="968203"/>
                </a:moveTo>
                <a:lnTo>
                  <a:pt x="650501" y="968203"/>
                </a:lnTo>
                <a:lnTo>
                  <a:pt x="704793" y="972615"/>
                </a:lnTo>
                <a:lnTo>
                  <a:pt x="704194" y="972615"/>
                </a:lnTo>
                <a:lnTo>
                  <a:pt x="749452" y="981354"/>
                </a:lnTo>
                <a:lnTo>
                  <a:pt x="753478" y="982459"/>
                </a:lnTo>
                <a:lnTo>
                  <a:pt x="755167" y="976350"/>
                </a:lnTo>
                <a:lnTo>
                  <a:pt x="751141" y="975245"/>
                </a:lnTo>
                <a:lnTo>
                  <a:pt x="714771" y="968203"/>
                </a:lnTo>
                <a:close/>
              </a:path>
              <a:path w="1242060" h="1033779">
                <a:moveTo>
                  <a:pt x="489483" y="856234"/>
                </a:moveTo>
                <a:lnTo>
                  <a:pt x="487845" y="862368"/>
                </a:lnTo>
                <a:lnTo>
                  <a:pt x="491871" y="863447"/>
                </a:lnTo>
                <a:lnTo>
                  <a:pt x="537389" y="871808"/>
                </a:lnTo>
                <a:lnTo>
                  <a:pt x="593909" y="876235"/>
                </a:lnTo>
                <a:lnTo>
                  <a:pt x="650429" y="876235"/>
                </a:lnTo>
                <a:lnTo>
                  <a:pt x="705326" y="872051"/>
                </a:lnTo>
                <a:lnTo>
                  <a:pt x="716696" y="869892"/>
                </a:lnTo>
                <a:lnTo>
                  <a:pt x="650059" y="869892"/>
                </a:lnTo>
                <a:lnTo>
                  <a:pt x="592644" y="869764"/>
                </a:lnTo>
                <a:lnTo>
                  <a:pt x="538359" y="865529"/>
                </a:lnTo>
                <a:lnTo>
                  <a:pt x="493591" y="857326"/>
                </a:lnTo>
                <a:lnTo>
                  <a:pt x="489483" y="856234"/>
                </a:lnTo>
                <a:close/>
              </a:path>
              <a:path w="1242060" h="1033779">
                <a:moveTo>
                  <a:pt x="753044" y="856234"/>
                </a:moveTo>
                <a:lnTo>
                  <a:pt x="752898" y="856234"/>
                </a:lnTo>
                <a:lnTo>
                  <a:pt x="749007" y="857326"/>
                </a:lnTo>
                <a:lnTo>
                  <a:pt x="704285" y="865788"/>
                </a:lnTo>
                <a:lnTo>
                  <a:pt x="650059" y="869892"/>
                </a:lnTo>
                <a:lnTo>
                  <a:pt x="716696" y="869892"/>
                </a:lnTo>
                <a:lnTo>
                  <a:pt x="750655" y="863447"/>
                </a:lnTo>
                <a:lnTo>
                  <a:pt x="754522" y="862368"/>
                </a:lnTo>
                <a:lnTo>
                  <a:pt x="754766" y="862368"/>
                </a:lnTo>
                <a:lnTo>
                  <a:pt x="753044" y="856234"/>
                </a:lnTo>
                <a:close/>
              </a:path>
              <a:path w="1242060" h="1033779">
                <a:moveTo>
                  <a:pt x="515296" y="817651"/>
                </a:moveTo>
                <a:lnTo>
                  <a:pt x="468884" y="817651"/>
                </a:lnTo>
                <a:lnTo>
                  <a:pt x="468798" y="817942"/>
                </a:lnTo>
                <a:lnTo>
                  <a:pt x="469018" y="817942"/>
                </a:lnTo>
                <a:lnTo>
                  <a:pt x="473265" y="819543"/>
                </a:lnTo>
                <a:lnTo>
                  <a:pt x="517274" y="831671"/>
                </a:lnTo>
                <a:lnTo>
                  <a:pt x="569217" y="838972"/>
                </a:lnTo>
                <a:lnTo>
                  <a:pt x="624981" y="841333"/>
                </a:lnTo>
                <a:lnTo>
                  <a:pt x="680454" y="838642"/>
                </a:lnTo>
                <a:lnTo>
                  <a:pt x="731523" y="830786"/>
                </a:lnTo>
                <a:lnTo>
                  <a:pt x="738425" y="828655"/>
                </a:lnTo>
                <a:lnTo>
                  <a:pt x="631180" y="828655"/>
                </a:lnTo>
                <a:lnTo>
                  <a:pt x="579208" y="827050"/>
                </a:lnTo>
                <a:lnTo>
                  <a:pt x="530594" y="821222"/>
                </a:lnTo>
                <a:lnTo>
                  <a:pt x="515296" y="817651"/>
                </a:lnTo>
                <a:close/>
              </a:path>
              <a:path w="1242060" h="1033779">
                <a:moveTo>
                  <a:pt x="1076820" y="804938"/>
                </a:moveTo>
                <a:lnTo>
                  <a:pt x="771525" y="804938"/>
                </a:lnTo>
                <a:lnTo>
                  <a:pt x="757140" y="809536"/>
                </a:lnTo>
                <a:lnTo>
                  <a:pt x="757353" y="809536"/>
                </a:lnTo>
                <a:lnTo>
                  <a:pt x="757377" y="811491"/>
                </a:lnTo>
                <a:lnTo>
                  <a:pt x="751021" y="811491"/>
                </a:lnTo>
                <a:lnTo>
                  <a:pt x="731749" y="817651"/>
                </a:lnTo>
                <a:lnTo>
                  <a:pt x="730771" y="817942"/>
                </a:lnTo>
                <a:lnTo>
                  <a:pt x="682938" y="825718"/>
                </a:lnTo>
                <a:lnTo>
                  <a:pt x="631180" y="828655"/>
                </a:lnTo>
                <a:lnTo>
                  <a:pt x="738425" y="828655"/>
                </a:lnTo>
                <a:lnTo>
                  <a:pt x="774077" y="817651"/>
                </a:lnTo>
                <a:lnTo>
                  <a:pt x="1096208" y="817651"/>
                </a:lnTo>
                <a:lnTo>
                  <a:pt x="1091841" y="811182"/>
                </a:lnTo>
                <a:lnTo>
                  <a:pt x="1085082" y="806615"/>
                </a:lnTo>
                <a:lnTo>
                  <a:pt x="1076820" y="804938"/>
                </a:lnTo>
                <a:close/>
              </a:path>
              <a:path w="1242060" h="1033779">
                <a:moveTo>
                  <a:pt x="534784" y="805154"/>
                </a:moveTo>
                <a:lnTo>
                  <a:pt x="513689" y="805154"/>
                </a:lnTo>
                <a:lnTo>
                  <a:pt x="513766" y="811491"/>
                </a:lnTo>
                <a:lnTo>
                  <a:pt x="534860" y="811491"/>
                </a:lnTo>
                <a:lnTo>
                  <a:pt x="534784" y="805154"/>
                </a:lnTo>
                <a:close/>
              </a:path>
              <a:path w="1242060" h="1033779">
                <a:moveTo>
                  <a:pt x="566572" y="805154"/>
                </a:moveTo>
                <a:lnTo>
                  <a:pt x="545477" y="805154"/>
                </a:lnTo>
                <a:lnTo>
                  <a:pt x="545554" y="811491"/>
                </a:lnTo>
                <a:lnTo>
                  <a:pt x="566648" y="811491"/>
                </a:lnTo>
                <a:lnTo>
                  <a:pt x="566572" y="805154"/>
                </a:lnTo>
                <a:close/>
              </a:path>
              <a:path w="1242060" h="1033779">
                <a:moveTo>
                  <a:pt x="598360" y="805154"/>
                </a:moveTo>
                <a:lnTo>
                  <a:pt x="577265" y="805154"/>
                </a:lnTo>
                <a:lnTo>
                  <a:pt x="577342" y="811491"/>
                </a:lnTo>
                <a:lnTo>
                  <a:pt x="598437" y="811491"/>
                </a:lnTo>
                <a:lnTo>
                  <a:pt x="598360" y="805154"/>
                </a:lnTo>
                <a:close/>
              </a:path>
              <a:path w="1242060" h="1033779">
                <a:moveTo>
                  <a:pt x="630148" y="805154"/>
                </a:moveTo>
                <a:lnTo>
                  <a:pt x="609053" y="805154"/>
                </a:lnTo>
                <a:lnTo>
                  <a:pt x="609130" y="811491"/>
                </a:lnTo>
                <a:lnTo>
                  <a:pt x="630225" y="811491"/>
                </a:lnTo>
                <a:lnTo>
                  <a:pt x="630148" y="805154"/>
                </a:lnTo>
                <a:close/>
              </a:path>
              <a:path w="1242060" h="1033779">
                <a:moveTo>
                  <a:pt x="661936" y="805154"/>
                </a:moveTo>
                <a:lnTo>
                  <a:pt x="640842" y="805154"/>
                </a:lnTo>
                <a:lnTo>
                  <a:pt x="640918" y="811491"/>
                </a:lnTo>
                <a:lnTo>
                  <a:pt x="662013" y="811491"/>
                </a:lnTo>
                <a:lnTo>
                  <a:pt x="661936" y="805154"/>
                </a:lnTo>
                <a:close/>
              </a:path>
              <a:path w="1242060" h="1033779">
                <a:moveTo>
                  <a:pt x="693724" y="805154"/>
                </a:moveTo>
                <a:lnTo>
                  <a:pt x="672642" y="805154"/>
                </a:lnTo>
                <a:lnTo>
                  <a:pt x="672706" y="811491"/>
                </a:lnTo>
                <a:lnTo>
                  <a:pt x="693801" y="811491"/>
                </a:lnTo>
                <a:lnTo>
                  <a:pt x="693724" y="805154"/>
                </a:lnTo>
                <a:close/>
              </a:path>
              <a:path w="1242060" h="1033779">
                <a:moveTo>
                  <a:pt x="725512" y="805154"/>
                </a:moveTo>
                <a:lnTo>
                  <a:pt x="704430" y="805154"/>
                </a:lnTo>
                <a:lnTo>
                  <a:pt x="704494" y="811491"/>
                </a:lnTo>
                <a:lnTo>
                  <a:pt x="725589" y="811491"/>
                </a:lnTo>
                <a:lnTo>
                  <a:pt x="725512" y="805154"/>
                </a:lnTo>
                <a:close/>
              </a:path>
              <a:path w="1242060" h="1033779">
                <a:moveTo>
                  <a:pt x="757301" y="805154"/>
                </a:moveTo>
                <a:lnTo>
                  <a:pt x="736219" y="805154"/>
                </a:lnTo>
                <a:lnTo>
                  <a:pt x="736282" y="811491"/>
                </a:lnTo>
                <a:lnTo>
                  <a:pt x="751021" y="811491"/>
                </a:lnTo>
                <a:lnTo>
                  <a:pt x="757140" y="809536"/>
                </a:lnTo>
                <a:lnTo>
                  <a:pt x="757353" y="809536"/>
                </a:lnTo>
                <a:lnTo>
                  <a:pt x="757301" y="805154"/>
                </a:lnTo>
                <a:close/>
              </a:path>
              <a:path w="1242060" h="1033779">
                <a:moveTo>
                  <a:pt x="502996" y="805154"/>
                </a:moveTo>
                <a:lnTo>
                  <a:pt x="484589" y="805154"/>
                </a:lnTo>
                <a:lnTo>
                  <a:pt x="483273" y="806119"/>
                </a:lnTo>
                <a:lnTo>
                  <a:pt x="482771" y="809332"/>
                </a:lnTo>
                <a:lnTo>
                  <a:pt x="482739" y="809536"/>
                </a:lnTo>
                <a:lnTo>
                  <a:pt x="503049" y="809536"/>
                </a:lnTo>
                <a:lnTo>
                  <a:pt x="502996" y="805154"/>
                </a:lnTo>
                <a:close/>
              </a:path>
              <a:path w="1242060" h="1033779">
                <a:moveTo>
                  <a:pt x="643745" y="365387"/>
                </a:moveTo>
                <a:lnTo>
                  <a:pt x="599985" y="365387"/>
                </a:lnTo>
                <a:lnTo>
                  <a:pt x="555634" y="367112"/>
                </a:lnTo>
                <a:lnTo>
                  <a:pt x="509514" y="370562"/>
                </a:lnTo>
                <a:lnTo>
                  <a:pt x="460447" y="375737"/>
                </a:lnTo>
                <a:lnTo>
                  <a:pt x="353828" y="389922"/>
                </a:lnTo>
                <a:lnTo>
                  <a:pt x="299893" y="396290"/>
                </a:lnTo>
                <a:lnTo>
                  <a:pt x="245101" y="400801"/>
                </a:lnTo>
                <a:lnTo>
                  <a:pt x="188174" y="402544"/>
                </a:lnTo>
                <a:lnTo>
                  <a:pt x="189027" y="402544"/>
                </a:lnTo>
                <a:lnTo>
                  <a:pt x="180917" y="404189"/>
                </a:lnTo>
                <a:lnTo>
                  <a:pt x="174158" y="408752"/>
                </a:lnTo>
                <a:lnTo>
                  <a:pt x="169594" y="415511"/>
                </a:lnTo>
                <a:lnTo>
                  <a:pt x="167919" y="423773"/>
                </a:lnTo>
                <a:lnTo>
                  <a:pt x="167919" y="610044"/>
                </a:lnTo>
                <a:lnTo>
                  <a:pt x="245418" y="633029"/>
                </a:lnTo>
                <a:lnTo>
                  <a:pt x="300558" y="637541"/>
                </a:lnTo>
                <a:lnTo>
                  <a:pt x="354907" y="643913"/>
                </a:lnTo>
                <a:lnTo>
                  <a:pt x="462258" y="658091"/>
                </a:lnTo>
                <a:lnTo>
                  <a:pt x="511608" y="663277"/>
                </a:lnTo>
                <a:lnTo>
                  <a:pt x="511842" y="663277"/>
                </a:lnTo>
                <a:lnTo>
                  <a:pt x="557853" y="666720"/>
                </a:lnTo>
                <a:lnTo>
                  <a:pt x="558481" y="666720"/>
                </a:lnTo>
                <a:lnTo>
                  <a:pt x="602024" y="668428"/>
                </a:lnTo>
                <a:lnTo>
                  <a:pt x="645271" y="668428"/>
                </a:lnTo>
                <a:lnTo>
                  <a:pt x="689584" y="666720"/>
                </a:lnTo>
                <a:lnTo>
                  <a:pt x="735625" y="663277"/>
                </a:lnTo>
                <a:lnTo>
                  <a:pt x="784563" y="658091"/>
                </a:lnTo>
                <a:lnTo>
                  <a:pt x="800849" y="655959"/>
                </a:lnTo>
                <a:lnTo>
                  <a:pt x="623401" y="655959"/>
                </a:lnTo>
                <a:lnTo>
                  <a:pt x="576241" y="654896"/>
                </a:lnTo>
                <a:lnTo>
                  <a:pt x="575042" y="654896"/>
                </a:lnTo>
                <a:lnTo>
                  <a:pt x="524646" y="651655"/>
                </a:lnTo>
                <a:lnTo>
                  <a:pt x="524304" y="651655"/>
                </a:lnTo>
                <a:lnTo>
                  <a:pt x="469994" y="646224"/>
                </a:lnTo>
                <a:lnTo>
                  <a:pt x="356400" y="631317"/>
                </a:lnTo>
                <a:lnTo>
                  <a:pt x="301474" y="624870"/>
                </a:lnTo>
                <a:lnTo>
                  <a:pt x="245894" y="620319"/>
                </a:lnTo>
                <a:lnTo>
                  <a:pt x="189179" y="618591"/>
                </a:lnTo>
                <a:lnTo>
                  <a:pt x="184492" y="618591"/>
                </a:lnTo>
                <a:lnTo>
                  <a:pt x="180632" y="614730"/>
                </a:lnTo>
                <a:lnTo>
                  <a:pt x="180632" y="419087"/>
                </a:lnTo>
                <a:lnTo>
                  <a:pt x="184492" y="415226"/>
                </a:lnTo>
                <a:lnTo>
                  <a:pt x="189179" y="415226"/>
                </a:lnTo>
                <a:lnTo>
                  <a:pt x="245523" y="413502"/>
                </a:lnTo>
                <a:lnTo>
                  <a:pt x="300757" y="408960"/>
                </a:lnTo>
                <a:lnTo>
                  <a:pt x="355120" y="402544"/>
                </a:lnTo>
                <a:lnTo>
                  <a:pt x="468117" y="387606"/>
                </a:lnTo>
                <a:lnTo>
                  <a:pt x="522181" y="382184"/>
                </a:lnTo>
                <a:lnTo>
                  <a:pt x="572870" y="378930"/>
                </a:lnTo>
                <a:lnTo>
                  <a:pt x="621885" y="377845"/>
                </a:lnTo>
                <a:lnTo>
                  <a:pt x="799266" y="377845"/>
                </a:lnTo>
                <a:lnTo>
                  <a:pt x="783061" y="375737"/>
                </a:lnTo>
                <a:lnTo>
                  <a:pt x="734100" y="370562"/>
                </a:lnTo>
                <a:lnTo>
                  <a:pt x="688051" y="367112"/>
                </a:lnTo>
                <a:lnTo>
                  <a:pt x="643745" y="365387"/>
                </a:lnTo>
                <a:close/>
              </a:path>
              <a:path w="1242060" h="1033779">
                <a:moveTo>
                  <a:pt x="799266" y="377845"/>
                </a:moveTo>
                <a:lnTo>
                  <a:pt x="621885" y="377845"/>
                </a:lnTo>
                <a:lnTo>
                  <a:pt x="670845" y="378930"/>
                </a:lnTo>
                <a:lnTo>
                  <a:pt x="721462" y="382184"/>
                </a:lnTo>
                <a:lnTo>
                  <a:pt x="775411" y="387606"/>
                </a:lnTo>
                <a:lnTo>
                  <a:pt x="888005" y="402544"/>
                </a:lnTo>
                <a:lnTo>
                  <a:pt x="942182" y="408960"/>
                </a:lnTo>
                <a:lnTo>
                  <a:pt x="997286" y="413502"/>
                </a:lnTo>
                <a:lnTo>
                  <a:pt x="1053706" y="415226"/>
                </a:lnTo>
                <a:lnTo>
                  <a:pt x="1058392" y="415226"/>
                </a:lnTo>
                <a:lnTo>
                  <a:pt x="1062253" y="419087"/>
                </a:lnTo>
                <a:lnTo>
                  <a:pt x="1062253" y="614730"/>
                </a:lnTo>
                <a:lnTo>
                  <a:pt x="1058392" y="618591"/>
                </a:lnTo>
                <a:lnTo>
                  <a:pt x="1053706" y="618591"/>
                </a:lnTo>
                <a:lnTo>
                  <a:pt x="997499" y="620319"/>
                </a:lnTo>
                <a:lnTo>
                  <a:pt x="942670" y="624870"/>
                </a:lnTo>
                <a:lnTo>
                  <a:pt x="888642" y="631317"/>
                </a:lnTo>
                <a:lnTo>
                  <a:pt x="776920" y="646224"/>
                </a:lnTo>
                <a:lnTo>
                  <a:pt x="722994" y="651655"/>
                </a:lnTo>
                <a:lnTo>
                  <a:pt x="672378" y="654896"/>
                </a:lnTo>
                <a:lnTo>
                  <a:pt x="623401" y="655959"/>
                </a:lnTo>
                <a:lnTo>
                  <a:pt x="800849" y="655959"/>
                </a:lnTo>
                <a:lnTo>
                  <a:pt x="890145" y="643913"/>
                </a:lnTo>
                <a:lnTo>
                  <a:pt x="943597" y="637541"/>
                </a:lnTo>
                <a:lnTo>
                  <a:pt x="997982" y="633029"/>
                </a:lnTo>
                <a:lnTo>
                  <a:pt x="1053706" y="631317"/>
                </a:lnTo>
                <a:lnTo>
                  <a:pt x="1061970" y="629639"/>
                </a:lnTo>
                <a:lnTo>
                  <a:pt x="1068733" y="625071"/>
                </a:lnTo>
                <a:lnTo>
                  <a:pt x="1073301" y="618308"/>
                </a:lnTo>
                <a:lnTo>
                  <a:pt x="1074978" y="610044"/>
                </a:lnTo>
                <a:lnTo>
                  <a:pt x="1074978" y="423773"/>
                </a:lnTo>
                <a:lnTo>
                  <a:pt x="1053858" y="402544"/>
                </a:lnTo>
                <a:lnTo>
                  <a:pt x="1054710" y="402544"/>
                </a:lnTo>
                <a:lnTo>
                  <a:pt x="997767" y="400801"/>
                </a:lnTo>
                <a:lnTo>
                  <a:pt x="943105" y="396290"/>
                </a:lnTo>
                <a:lnTo>
                  <a:pt x="889342" y="389922"/>
                </a:lnTo>
                <a:lnTo>
                  <a:pt x="799266" y="377845"/>
                </a:lnTo>
                <a:close/>
              </a:path>
              <a:path w="1242060" h="1033779">
                <a:moveTo>
                  <a:pt x="476656" y="611682"/>
                </a:moveTo>
                <a:lnTo>
                  <a:pt x="530870" y="625352"/>
                </a:lnTo>
                <a:lnTo>
                  <a:pt x="579805" y="629416"/>
                </a:lnTo>
                <a:lnTo>
                  <a:pt x="627676" y="630770"/>
                </a:lnTo>
                <a:lnTo>
                  <a:pt x="675546" y="629416"/>
                </a:lnTo>
                <a:lnTo>
                  <a:pt x="724479" y="625352"/>
                </a:lnTo>
                <a:lnTo>
                  <a:pt x="731476" y="624424"/>
                </a:lnTo>
                <a:lnTo>
                  <a:pt x="627672" y="624424"/>
                </a:lnTo>
                <a:lnTo>
                  <a:pt x="580095" y="623078"/>
                </a:lnTo>
                <a:lnTo>
                  <a:pt x="531476" y="619043"/>
                </a:lnTo>
                <a:lnTo>
                  <a:pt x="480771" y="612317"/>
                </a:lnTo>
                <a:lnTo>
                  <a:pt x="476656" y="611682"/>
                </a:lnTo>
                <a:close/>
              </a:path>
              <a:path w="1242060" h="1033779">
                <a:moveTo>
                  <a:pt x="778687" y="611682"/>
                </a:moveTo>
                <a:lnTo>
                  <a:pt x="774573" y="612317"/>
                </a:lnTo>
                <a:lnTo>
                  <a:pt x="723868" y="619043"/>
                </a:lnTo>
                <a:lnTo>
                  <a:pt x="675248" y="623078"/>
                </a:lnTo>
                <a:lnTo>
                  <a:pt x="627672" y="624424"/>
                </a:lnTo>
                <a:lnTo>
                  <a:pt x="731476" y="624424"/>
                </a:lnTo>
                <a:lnTo>
                  <a:pt x="775442" y="618591"/>
                </a:lnTo>
                <a:lnTo>
                  <a:pt x="779653" y="617943"/>
                </a:lnTo>
                <a:lnTo>
                  <a:pt x="778785" y="612317"/>
                </a:lnTo>
                <a:lnTo>
                  <a:pt x="778687" y="611682"/>
                </a:lnTo>
                <a:close/>
              </a:path>
              <a:path w="1242060" h="1033779">
                <a:moveTo>
                  <a:pt x="725405" y="408752"/>
                </a:moveTo>
                <a:lnTo>
                  <a:pt x="529938" y="408752"/>
                </a:lnTo>
                <a:lnTo>
                  <a:pt x="478852" y="415511"/>
                </a:lnTo>
                <a:lnTo>
                  <a:pt x="475005" y="416090"/>
                </a:lnTo>
                <a:lnTo>
                  <a:pt x="475863" y="421754"/>
                </a:lnTo>
                <a:lnTo>
                  <a:pt x="475957" y="422376"/>
                </a:lnTo>
                <a:lnTo>
                  <a:pt x="480085" y="421754"/>
                </a:lnTo>
                <a:lnTo>
                  <a:pt x="531283" y="414986"/>
                </a:lnTo>
                <a:lnTo>
                  <a:pt x="580078" y="410925"/>
                </a:lnTo>
                <a:lnTo>
                  <a:pt x="627672" y="409571"/>
                </a:lnTo>
                <a:lnTo>
                  <a:pt x="731601" y="409571"/>
                </a:lnTo>
                <a:lnTo>
                  <a:pt x="725405" y="408752"/>
                </a:lnTo>
                <a:close/>
              </a:path>
              <a:path w="1242060" h="1033779">
                <a:moveTo>
                  <a:pt x="731601" y="409571"/>
                </a:moveTo>
                <a:lnTo>
                  <a:pt x="627672" y="409571"/>
                </a:lnTo>
                <a:lnTo>
                  <a:pt x="675265" y="410925"/>
                </a:lnTo>
                <a:lnTo>
                  <a:pt x="724060" y="414986"/>
                </a:lnTo>
                <a:lnTo>
                  <a:pt x="775258" y="421754"/>
                </a:lnTo>
                <a:lnTo>
                  <a:pt x="779399" y="422376"/>
                </a:lnTo>
                <a:lnTo>
                  <a:pt x="780338" y="416090"/>
                </a:lnTo>
                <a:lnTo>
                  <a:pt x="776491" y="415511"/>
                </a:lnTo>
                <a:lnTo>
                  <a:pt x="731601" y="409571"/>
                </a:lnTo>
                <a:close/>
              </a:path>
              <a:path w="1242060" h="1033779">
                <a:moveTo>
                  <a:pt x="627672" y="403209"/>
                </a:moveTo>
                <a:lnTo>
                  <a:pt x="579767" y="404571"/>
                </a:lnTo>
                <a:lnTo>
                  <a:pt x="529514" y="408752"/>
                </a:lnTo>
                <a:lnTo>
                  <a:pt x="725829" y="408752"/>
                </a:lnTo>
                <a:lnTo>
                  <a:pt x="675576" y="404571"/>
                </a:lnTo>
                <a:lnTo>
                  <a:pt x="627672" y="403209"/>
                </a:lnTo>
                <a:close/>
              </a:path>
              <a:path w="1242060" h="1033779">
                <a:moveTo>
                  <a:pt x="1153512" y="476263"/>
                </a:moveTo>
                <a:lnTo>
                  <a:pt x="1148711" y="478247"/>
                </a:lnTo>
                <a:lnTo>
                  <a:pt x="1111643" y="515327"/>
                </a:lnTo>
                <a:lnTo>
                  <a:pt x="1111643" y="519353"/>
                </a:lnTo>
                <a:lnTo>
                  <a:pt x="1151267" y="558977"/>
                </a:lnTo>
                <a:lnTo>
                  <a:pt x="1155293" y="558977"/>
                </a:lnTo>
                <a:lnTo>
                  <a:pt x="1160259" y="554024"/>
                </a:lnTo>
                <a:lnTo>
                  <a:pt x="1160259" y="549986"/>
                </a:lnTo>
                <a:lnTo>
                  <a:pt x="1133932" y="523671"/>
                </a:lnTo>
                <a:lnTo>
                  <a:pt x="1132636" y="523671"/>
                </a:lnTo>
                <a:lnTo>
                  <a:pt x="1133106" y="522846"/>
                </a:lnTo>
                <a:lnTo>
                  <a:pt x="1241666" y="522846"/>
                </a:lnTo>
                <a:lnTo>
                  <a:pt x="1241666" y="511873"/>
                </a:lnTo>
                <a:lnTo>
                  <a:pt x="1133081" y="511873"/>
                </a:lnTo>
                <a:lnTo>
                  <a:pt x="1132598" y="510997"/>
                </a:lnTo>
                <a:lnTo>
                  <a:pt x="1133957" y="510997"/>
                </a:lnTo>
                <a:lnTo>
                  <a:pt x="1157770" y="487172"/>
                </a:lnTo>
                <a:lnTo>
                  <a:pt x="1159694" y="482445"/>
                </a:lnTo>
                <a:lnTo>
                  <a:pt x="1157712" y="478247"/>
                </a:lnTo>
                <a:lnTo>
                  <a:pt x="1153512" y="476263"/>
                </a:lnTo>
                <a:close/>
              </a:path>
              <a:path w="1242060" h="1033779">
                <a:moveTo>
                  <a:pt x="1133106" y="522846"/>
                </a:moveTo>
                <a:lnTo>
                  <a:pt x="1132636" y="523671"/>
                </a:lnTo>
                <a:lnTo>
                  <a:pt x="1133932" y="523671"/>
                </a:lnTo>
                <a:lnTo>
                  <a:pt x="1133106" y="522846"/>
                </a:lnTo>
                <a:close/>
              </a:path>
              <a:path w="1242060" h="1033779">
                <a:moveTo>
                  <a:pt x="1241666" y="522846"/>
                </a:moveTo>
                <a:lnTo>
                  <a:pt x="1133106" y="522846"/>
                </a:lnTo>
                <a:lnTo>
                  <a:pt x="1133932" y="523671"/>
                </a:lnTo>
                <a:lnTo>
                  <a:pt x="1241666" y="523671"/>
                </a:lnTo>
                <a:lnTo>
                  <a:pt x="1241666" y="522846"/>
                </a:lnTo>
                <a:close/>
              </a:path>
              <a:path w="1242060" h="1033779">
                <a:moveTo>
                  <a:pt x="1133957" y="510997"/>
                </a:moveTo>
                <a:lnTo>
                  <a:pt x="1132598" y="510997"/>
                </a:lnTo>
                <a:lnTo>
                  <a:pt x="1133081" y="511873"/>
                </a:lnTo>
                <a:lnTo>
                  <a:pt x="1133957" y="510997"/>
                </a:lnTo>
                <a:close/>
              </a:path>
              <a:path w="1242060" h="1033779">
                <a:moveTo>
                  <a:pt x="1241666" y="510997"/>
                </a:moveTo>
                <a:lnTo>
                  <a:pt x="1133957" y="510997"/>
                </a:lnTo>
                <a:lnTo>
                  <a:pt x="1133081" y="511873"/>
                </a:lnTo>
                <a:lnTo>
                  <a:pt x="1241666" y="511873"/>
                </a:lnTo>
                <a:lnTo>
                  <a:pt x="1241666" y="510997"/>
                </a:lnTo>
                <a:close/>
              </a:path>
              <a:path w="1242060" h="1033779">
                <a:moveTo>
                  <a:pt x="108559" y="522846"/>
                </a:moveTo>
                <a:lnTo>
                  <a:pt x="83896" y="547509"/>
                </a:lnTo>
                <a:lnTo>
                  <a:pt x="81972" y="552241"/>
                </a:lnTo>
                <a:lnTo>
                  <a:pt x="84084" y="556501"/>
                </a:lnTo>
                <a:lnTo>
                  <a:pt x="88153" y="558419"/>
                </a:lnTo>
                <a:lnTo>
                  <a:pt x="92887" y="556501"/>
                </a:lnTo>
                <a:lnTo>
                  <a:pt x="125717" y="523671"/>
                </a:lnTo>
                <a:lnTo>
                  <a:pt x="108839" y="523671"/>
                </a:lnTo>
                <a:lnTo>
                  <a:pt x="108559" y="522846"/>
                </a:lnTo>
                <a:close/>
              </a:path>
              <a:path w="1242060" h="1033779">
                <a:moveTo>
                  <a:pt x="107721" y="510997"/>
                </a:moveTo>
                <a:lnTo>
                  <a:pt x="0" y="510997"/>
                </a:lnTo>
                <a:lnTo>
                  <a:pt x="0" y="523671"/>
                </a:lnTo>
                <a:lnTo>
                  <a:pt x="107734" y="523671"/>
                </a:lnTo>
                <a:lnTo>
                  <a:pt x="108559" y="522846"/>
                </a:lnTo>
                <a:lnTo>
                  <a:pt x="126542" y="522846"/>
                </a:lnTo>
                <a:lnTo>
                  <a:pt x="130035" y="519353"/>
                </a:lnTo>
                <a:lnTo>
                  <a:pt x="130035" y="515327"/>
                </a:lnTo>
                <a:lnTo>
                  <a:pt x="126492" y="511784"/>
                </a:lnTo>
                <a:lnTo>
                  <a:pt x="108508" y="511784"/>
                </a:lnTo>
                <a:lnTo>
                  <a:pt x="107721" y="510997"/>
                </a:lnTo>
                <a:close/>
              </a:path>
              <a:path w="1242060" h="1033779">
                <a:moveTo>
                  <a:pt x="126542" y="522846"/>
                </a:moveTo>
                <a:lnTo>
                  <a:pt x="108559" y="522846"/>
                </a:lnTo>
                <a:lnTo>
                  <a:pt x="108839" y="523671"/>
                </a:lnTo>
                <a:lnTo>
                  <a:pt x="125717" y="523671"/>
                </a:lnTo>
                <a:lnTo>
                  <a:pt x="126542" y="522846"/>
                </a:lnTo>
                <a:close/>
              </a:path>
              <a:path w="1242060" h="1033779">
                <a:moveTo>
                  <a:pt x="88153" y="476263"/>
                </a:moveTo>
                <a:lnTo>
                  <a:pt x="83953" y="478247"/>
                </a:lnTo>
                <a:lnTo>
                  <a:pt x="81972" y="482445"/>
                </a:lnTo>
                <a:lnTo>
                  <a:pt x="83896" y="487172"/>
                </a:lnTo>
                <a:lnTo>
                  <a:pt x="108508" y="511784"/>
                </a:lnTo>
                <a:lnTo>
                  <a:pt x="108813" y="510997"/>
                </a:lnTo>
                <a:lnTo>
                  <a:pt x="125704" y="510997"/>
                </a:lnTo>
                <a:lnTo>
                  <a:pt x="92954" y="478247"/>
                </a:lnTo>
                <a:lnTo>
                  <a:pt x="88153" y="476263"/>
                </a:lnTo>
                <a:close/>
              </a:path>
              <a:path w="1242060" h="1033779">
                <a:moveTo>
                  <a:pt x="125704" y="510997"/>
                </a:moveTo>
                <a:lnTo>
                  <a:pt x="108813" y="510997"/>
                </a:lnTo>
                <a:lnTo>
                  <a:pt x="108508" y="511784"/>
                </a:lnTo>
                <a:lnTo>
                  <a:pt x="126492" y="511784"/>
                </a:lnTo>
                <a:lnTo>
                  <a:pt x="125704" y="510997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92685" y="1638797"/>
            <a:ext cx="7534909" cy="5888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DM Sans"/>
                <a:cs typeface="DM Sans"/>
              </a:rPr>
              <a:t>What</a:t>
            </a:r>
            <a:r>
              <a:rPr sz="2900" spc="-55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the</a:t>
            </a:r>
            <a:r>
              <a:rPr sz="2900" spc="-55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dataset</a:t>
            </a:r>
            <a:r>
              <a:rPr sz="2900" spc="-55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captures</a:t>
            </a:r>
            <a:endParaRPr sz="2900">
              <a:latin typeface="DM Sans"/>
              <a:cs typeface="DM Sans"/>
            </a:endParaRPr>
          </a:p>
          <a:p>
            <a:pPr marL="224790" marR="8559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Each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record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links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bird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tracking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details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with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its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migration 	outcome.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latin typeface="DM Sans"/>
                <a:cs typeface="DM Sans"/>
              </a:rPr>
              <a:t>Dataset</a:t>
            </a:r>
            <a:r>
              <a:rPr sz="2900" spc="-50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size</a:t>
            </a:r>
            <a:r>
              <a:rPr sz="2900" spc="-45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and</a:t>
            </a:r>
            <a:r>
              <a:rPr sz="2900" spc="-50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structure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b="1" dirty="0">
                <a:latin typeface="DM Sans"/>
                <a:cs typeface="DM Sans"/>
              </a:rPr>
              <a:t>10,000</a:t>
            </a:r>
            <a:r>
              <a:rPr sz="1950" b="1" spc="9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observations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organized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across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b="1" dirty="0">
                <a:latin typeface="DM Sans"/>
                <a:cs typeface="DM Sans"/>
              </a:rPr>
              <a:t>42</a:t>
            </a:r>
            <a:r>
              <a:rPr sz="1950" b="1" spc="10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information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fields.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spc="-35" dirty="0">
                <a:latin typeface="DM Sans"/>
                <a:cs typeface="DM Sans"/>
              </a:rPr>
              <a:t>Tools</a:t>
            </a:r>
            <a:r>
              <a:rPr sz="2900" spc="-60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used</a:t>
            </a:r>
            <a:r>
              <a:rPr sz="2900" spc="-55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in</a:t>
            </a:r>
            <a:r>
              <a:rPr sz="2900" spc="-55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Excel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Power Query supported</a:t>
            </a:r>
            <a:r>
              <a:rPr sz="1950" spc="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preparation, and Pivot</a:t>
            </a:r>
            <a:r>
              <a:rPr sz="1950" spc="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Tables </a:t>
            </a:r>
            <a:r>
              <a:rPr sz="1950" spc="-10" dirty="0">
                <a:latin typeface="DM Sans"/>
                <a:cs typeface="DM Sans"/>
              </a:rPr>
              <a:t>powered 	summaries.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latin typeface="DM Sans"/>
                <a:cs typeface="DM Sans"/>
              </a:rPr>
              <a:t>Why</a:t>
            </a:r>
            <a:r>
              <a:rPr sz="2900" spc="-65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this</a:t>
            </a:r>
            <a:r>
              <a:rPr sz="2900" spc="-50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matters</a:t>
            </a:r>
            <a:endParaRPr sz="2900">
              <a:latin typeface="DM Sans"/>
              <a:cs typeface="DM Sans"/>
            </a:endParaRPr>
          </a:p>
          <a:p>
            <a:pPr marL="224790" marR="32956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The</a:t>
            </a:r>
            <a:r>
              <a:rPr sz="1950" spc="5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scale</a:t>
            </a:r>
            <a:r>
              <a:rPr sz="1950" spc="6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enables</a:t>
            </a:r>
            <a:r>
              <a:rPr sz="1950" spc="6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comparisons</a:t>
            </a:r>
            <a:r>
              <a:rPr sz="1950" spc="6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across</a:t>
            </a:r>
            <a:r>
              <a:rPr sz="1950" spc="6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species,</a:t>
            </a:r>
            <a:r>
              <a:rPr sz="1950" spc="6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regions,</a:t>
            </a:r>
            <a:r>
              <a:rPr sz="1950" spc="60" dirty="0">
                <a:latin typeface="DM Sans"/>
                <a:cs typeface="DM Sans"/>
              </a:rPr>
              <a:t> </a:t>
            </a:r>
            <a:r>
              <a:rPr sz="1950" spc="-25" dirty="0">
                <a:latin typeface="DM Sans"/>
                <a:cs typeface="DM Sans"/>
              </a:rPr>
              <a:t>and 	</a:t>
            </a:r>
            <a:r>
              <a:rPr sz="1950" spc="-10" dirty="0">
                <a:latin typeface="DM Sans"/>
                <a:cs typeface="DM Sans"/>
              </a:rPr>
              <a:t>seasons.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4399" y="1333500"/>
            <a:ext cx="7534909" cy="688340"/>
          </a:xfrm>
          <a:prstGeom prst="rect">
            <a:avLst/>
          </a:prstGeom>
        </p:spPr>
        <p:txBody>
          <a:bodyPr vert="horz" wrap="square" lIns="0" tIns="1940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80" dirty="0">
                <a:latin typeface="DM Sans"/>
                <a:cs typeface="DM Sans"/>
              </a:rPr>
              <a:t>DATASET</a:t>
            </a:r>
            <a:r>
              <a:rPr sz="3200" b="1" spc="-25" dirty="0">
                <a:latin typeface="DM Sans"/>
                <a:cs typeface="DM Sans"/>
              </a:rPr>
              <a:t> </a:t>
            </a:r>
            <a:r>
              <a:rPr sz="3200" b="1" dirty="0">
                <a:latin typeface="DM Sans"/>
                <a:cs typeface="DM Sans"/>
              </a:rPr>
              <a:t>AND</a:t>
            </a:r>
            <a:r>
              <a:rPr sz="3200" b="1" spc="-25" dirty="0">
                <a:latin typeface="DM Sans"/>
                <a:cs typeface="DM Sans"/>
              </a:rPr>
              <a:t> </a:t>
            </a:r>
            <a:r>
              <a:rPr sz="3200" b="1" spc="-155" dirty="0">
                <a:latin typeface="DM Sans"/>
                <a:cs typeface="DM Sans"/>
              </a:rPr>
              <a:t>DATA</a:t>
            </a:r>
            <a:r>
              <a:rPr sz="3200" b="1" spc="-20" dirty="0">
                <a:latin typeface="DM Sans"/>
                <a:cs typeface="DM Sans"/>
              </a:rPr>
              <a:t> </a:t>
            </a:r>
            <a:r>
              <a:rPr sz="3200" b="1" spc="-35" dirty="0">
                <a:latin typeface="DM Sans"/>
                <a:cs typeface="DM Sans"/>
              </a:rPr>
              <a:t>PREPARATION</a:t>
            </a:r>
            <a:endParaRPr sz="3200" dirty="0">
              <a:latin typeface="DM Sans"/>
              <a:cs typeface="DM San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605381" y="7928410"/>
            <a:ext cx="6372860" cy="0"/>
          </a:xfrm>
          <a:custGeom>
            <a:avLst/>
            <a:gdLst/>
            <a:ahLst/>
            <a:cxnLst/>
            <a:rect l="l" t="t" r="r" b="b"/>
            <a:pathLst>
              <a:path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534D02-B3FC-F0B1-49C2-1884F20E98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26" y="4000500"/>
            <a:ext cx="8706574" cy="58038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1764709"/>
            <a:ext cx="413639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04191A"/>
                </a:solidFill>
                <a:latin typeface="DM Sans"/>
                <a:cs typeface="DM Sans"/>
              </a:rPr>
              <a:t>Key</a:t>
            </a:r>
            <a:r>
              <a:rPr sz="4600" spc="-18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4600" dirty="0">
                <a:solidFill>
                  <a:srgbClr val="04191A"/>
                </a:solidFill>
                <a:latin typeface="DM Sans"/>
                <a:cs typeface="DM Sans"/>
              </a:rPr>
              <a:t>Data</a:t>
            </a:r>
            <a:r>
              <a:rPr sz="4600" spc="-18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4600" spc="-10" dirty="0">
                <a:solidFill>
                  <a:srgbClr val="04191A"/>
                </a:solidFill>
                <a:latin typeface="DM Sans"/>
                <a:cs typeface="DM Sans"/>
              </a:rPr>
              <a:t>Fields</a:t>
            </a:r>
            <a:endParaRPr sz="4600" dirty="0">
              <a:latin typeface="DM Sans"/>
              <a:cs typeface="DM San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31307" y="1264964"/>
            <a:ext cx="4862830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dirty="0">
                <a:solidFill>
                  <a:srgbClr val="000000"/>
                </a:solidFill>
                <a:latin typeface="DM Sans"/>
                <a:cs typeface="DM Sans"/>
              </a:rPr>
              <a:t>Who</a:t>
            </a:r>
            <a:r>
              <a:rPr sz="3150" spc="-25" dirty="0">
                <a:solidFill>
                  <a:srgbClr val="000000"/>
                </a:solidFill>
                <a:latin typeface="DM Sans"/>
                <a:cs typeface="DM Sans"/>
              </a:rPr>
              <a:t> </a:t>
            </a:r>
            <a:r>
              <a:rPr sz="3150" dirty="0">
                <a:solidFill>
                  <a:srgbClr val="000000"/>
                </a:solidFill>
                <a:latin typeface="DM Sans"/>
                <a:cs typeface="DM Sans"/>
              </a:rPr>
              <a:t>and</a:t>
            </a:r>
            <a:r>
              <a:rPr sz="3150" spc="-15" dirty="0">
                <a:solidFill>
                  <a:srgbClr val="000000"/>
                </a:solidFill>
                <a:latin typeface="DM Sans"/>
                <a:cs typeface="DM Sans"/>
              </a:rPr>
              <a:t> </a:t>
            </a:r>
            <a:r>
              <a:rPr sz="3150" dirty="0">
                <a:solidFill>
                  <a:srgbClr val="000000"/>
                </a:solidFill>
                <a:latin typeface="DM Sans"/>
                <a:cs typeface="DM Sans"/>
              </a:rPr>
              <a:t>where</a:t>
            </a:r>
            <a:r>
              <a:rPr sz="3150" spc="-15" dirty="0">
                <a:solidFill>
                  <a:srgbClr val="000000"/>
                </a:solidFill>
                <a:latin typeface="DM Sans"/>
                <a:cs typeface="DM Sans"/>
              </a:rPr>
              <a:t> </a:t>
            </a:r>
            <a:r>
              <a:rPr sz="3150" dirty="0">
                <a:solidFill>
                  <a:srgbClr val="000000"/>
                </a:solidFill>
                <a:latin typeface="DM Sans"/>
                <a:cs typeface="DM Sans"/>
              </a:rPr>
              <a:t>is</a:t>
            </a:r>
            <a:r>
              <a:rPr sz="3150" spc="-15" dirty="0">
                <a:solidFill>
                  <a:srgbClr val="000000"/>
                </a:solidFill>
                <a:latin typeface="DM Sans"/>
                <a:cs typeface="DM Sans"/>
              </a:rPr>
              <a:t> </a:t>
            </a:r>
            <a:r>
              <a:rPr sz="3150" spc="-10" dirty="0">
                <a:solidFill>
                  <a:srgbClr val="000000"/>
                </a:solidFill>
                <a:latin typeface="DM Sans"/>
                <a:cs typeface="DM Sans"/>
              </a:rPr>
              <a:t>tracked</a:t>
            </a:r>
            <a:endParaRPr sz="31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31307" y="1928640"/>
            <a:ext cx="8245475" cy="115062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45110" indent="-232410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245110" algn="l"/>
              </a:tabLst>
            </a:pPr>
            <a:r>
              <a:rPr sz="2150" dirty="0">
                <a:latin typeface="DM Sans"/>
                <a:cs typeface="DM Sans"/>
              </a:rPr>
              <a:t>Each</a:t>
            </a:r>
            <a:r>
              <a:rPr sz="2150" spc="-3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record</a:t>
            </a:r>
            <a:r>
              <a:rPr sz="2150" spc="-3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links</a:t>
            </a:r>
            <a:r>
              <a:rPr sz="2150" spc="-3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a</a:t>
            </a:r>
            <a:r>
              <a:rPr sz="2150" spc="-3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Bird_ID</a:t>
            </a:r>
            <a:r>
              <a:rPr sz="2150" spc="-3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to</a:t>
            </a:r>
            <a:r>
              <a:rPr sz="2150" spc="-3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its</a:t>
            </a:r>
            <a:r>
              <a:rPr sz="2150" spc="-3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species,</a:t>
            </a:r>
            <a:r>
              <a:rPr sz="2150" spc="-3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region,</a:t>
            </a:r>
            <a:r>
              <a:rPr sz="2150" spc="-3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and</a:t>
            </a:r>
            <a:r>
              <a:rPr sz="2150" spc="-30" dirty="0">
                <a:latin typeface="DM Sans"/>
                <a:cs typeface="DM Sans"/>
              </a:rPr>
              <a:t> </a:t>
            </a:r>
            <a:r>
              <a:rPr sz="2150" spc="-10" dirty="0">
                <a:latin typeface="DM Sans"/>
                <a:cs typeface="DM Sans"/>
              </a:rPr>
              <a:t>habitat.</a:t>
            </a:r>
            <a:endParaRPr sz="2150">
              <a:latin typeface="DM Sans"/>
              <a:cs typeface="DM Sans"/>
            </a:endParaRPr>
          </a:p>
          <a:p>
            <a:pPr marL="245110" marR="5080" indent="-233045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245110" algn="l"/>
              </a:tabLst>
            </a:pPr>
            <a:r>
              <a:rPr sz="2150" spc="-10" dirty="0">
                <a:latin typeface="DM Sans"/>
                <a:cs typeface="DM Sans"/>
              </a:rPr>
              <a:t>Weather_Condition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captures</a:t>
            </a:r>
            <a:r>
              <a:rPr sz="2150" spc="-4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the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conditions</a:t>
            </a:r>
            <a:r>
              <a:rPr sz="2150" spc="-4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birds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faced</a:t>
            </a:r>
            <a:r>
              <a:rPr sz="2150" spc="-40" dirty="0">
                <a:latin typeface="DM Sans"/>
                <a:cs typeface="DM Sans"/>
              </a:rPr>
              <a:t> </a:t>
            </a:r>
            <a:r>
              <a:rPr sz="2150" spc="-10" dirty="0">
                <a:latin typeface="DM Sans"/>
                <a:cs typeface="DM Sans"/>
              </a:rPr>
              <a:t>during travel.</a:t>
            </a:r>
            <a:endParaRPr sz="2150">
              <a:latin typeface="DM Sans"/>
              <a:cs typeface="DM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1307" y="3438551"/>
            <a:ext cx="8286115" cy="4645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dirty="0">
                <a:latin typeface="DM Sans"/>
                <a:cs typeface="DM Sans"/>
              </a:rPr>
              <a:t>Timing and </a:t>
            </a:r>
            <a:r>
              <a:rPr sz="3150" spc="-10" dirty="0">
                <a:latin typeface="DM Sans"/>
                <a:cs typeface="DM Sans"/>
              </a:rPr>
              <a:t>purpose</a:t>
            </a:r>
            <a:endParaRPr sz="3150">
              <a:latin typeface="DM Sans"/>
              <a:cs typeface="DM Sans"/>
            </a:endParaRPr>
          </a:p>
          <a:p>
            <a:pPr marL="245110" marR="34925" indent="-233045">
              <a:lnSpc>
                <a:spcPct val="100000"/>
              </a:lnSpc>
              <a:spcBef>
                <a:spcPts val="1985"/>
              </a:spcBef>
              <a:buFont typeface="Times New Roman"/>
              <a:buChar char="•"/>
              <a:tabLst>
                <a:tab pos="245110" algn="l"/>
              </a:tabLst>
            </a:pPr>
            <a:r>
              <a:rPr sz="2150" dirty="0">
                <a:latin typeface="DM Sans"/>
                <a:cs typeface="DM Sans"/>
              </a:rPr>
              <a:t>Migration_Reason</a:t>
            </a:r>
            <a:r>
              <a:rPr sz="2150" spc="-8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records</a:t>
            </a:r>
            <a:r>
              <a:rPr sz="2150" spc="-7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why</a:t>
            </a:r>
            <a:r>
              <a:rPr sz="2150" spc="-7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birds</a:t>
            </a:r>
            <a:r>
              <a:rPr sz="2150" spc="-7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moved</a:t>
            </a:r>
            <a:r>
              <a:rPr sz="2150" spc="-8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(breeding,</a:t>
            </a:r>
            <a:r>
              <a:rPr sz="2150" spc="-75" dirty="0">
                <a:latin typeface="DM Sans"/>
                <a:cs typeface="DM Sans"/>
              </a:rPr>
              <a:t> </a:t>
            </a:r>
            <a:r>
              <a:rPr sz="2150" spc="-10" dirty="0">
                <a:latin typeface="DM Sans"/>
                <a:cs typeface="DM Sans"/>
              </a:rPr>
              <a:t>feeding, </a:t>
            </a:r>
            <a:r>
              <a:rPr sz="2150" dirty="0">
                <a:latin typeface="DM Sans"/>
                <a:cs typeface="DM Sans"/>
              </a:rPr>
              <a:t>and </a:t>
            </a:r>
            <a:r>
              <a:rPr sz="2150" spc="-10" dirty="0">
                <a:latin typeface="DM Sans"/>
                <a:cs typeface="DM Sans"/>
              </a:rPr>
              <a:t>more).</a:t>
            </a:r>
            <a:endParaRPr sz="2150">
              <a:latin typeface="DM Sans"/>
              <a:cs typeface="DM Sans"/>
            </a:endParaRPr>
          </a:p>
          <a:p>
            <a:pPr marL="245110" marR="5080" indent="-233045">
              <a:lnSpc>
                <a:spcPct val="100000"/>
              </a:lnSpc>
              <a:spcBef>
                <a:spcPts val="565"/>
              </a:spcBef>
              <a:buFont typeface="Times New Roman"/>
              <a:buChar char="•"/>
              <a:tabLst>
                <a:tab pos="245110" algn="l"/>
              </a:tabLst>
            </a:pPr>
            <a:r>
              <a:rPr sz="2150" dirty="0">
                <a:latin typeface="DM Sans"/>
                <a:cs typeface="DM Sans"/>
              </a:rPr>
              <a:t>Migration_Start_Month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shows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when</a:t>
            </a:r>
            <a:r>
              <a:rPr sz="2150" spc="-4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journeys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began</a:t>
            </a:r>
            <a:r>
              <a:rPr sz="2150" spc="-4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across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spc="-25" dirty="0">
                <a:latin typeface="DM Sans"/>
                <a:cs typeface="DM Sans"/>
              </a:rPr>
              <a:t>the </a:t>
            </a:r>
            <a:r>
              <a:rPr sz="2150" spc="-10" dirty="0">
                <a:latin typeface="DM Sans"/>
                <a:cs typeface="DM Sans"/>
              </a:rPr>
              <a:t>year.</a:t>
            </a:r>
            <a:endParaRPr sz="21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Char char="•"/>
            </a:pPr>
            <a:endParaRPr sz="21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150" dirty="0">
                <a:latin typeface="DM Sans"/>
                <a:cs typeface="DM Sans"/>
              </a:rPr>
              <a:t>Journey</a:t>
            </a:r>
            <a:r>
              <a:rPr sz="3150" spc="-55" dirty="0">
                <a:latin typeface="DM Sans"/>
                <a:cs typeface="DM Sans"/>
              </a:rPr>
              <a:t> </a:t>
            </a:r>
            <a:r>
              <a:rPr sz="3150" dirty="0">
                <a:latin typeface="DM Sans"/>
                <a:cs typeface="DM Sans"/>
              </a:rPr>
              <a:t>performance</a:t>
            </a:r>
            <a:r>
              <a:rPr sz="3150" spc="-45" dirty="0">
                <a:latin typeface="DM Sans"/>
                <a:cs typeface="DM Sans"/>
              </a:rPr>
              <a:t> </a:t>
            </a:r>
            <a:r>
              <a:rPr sz="3150" dirty="0">
                <a:latin typeface="DM Sans"/>
                <a:cs typeface="DM Sans"/>
              </a:rPr>
              <a:t>and</a:t>
            </a:r>
            <a:r>
              <a:rPr sz="3150" spc="-40" dirty="0">
                <a:latin typeface="DM Sans"/>
                <a:cs typeface="DM Sans"/>
              </a:rPr>
              <a:t> </a:t>
            </a:r>
            <a:r>
              <a:rPr sz="3150" spc="-10" dirty="0">
                <a:latin typeface="DM Sans"/>
                <a:cs typeface="DM Sans"/>
              </a:rPr>
              <a:t>outcomes</a:t>
            </a:r>
            <a:endParaRPr sz="3150">
              <a:latin typeface="DM Sans"/>
              <a:cs typeface="DM Sans"/>
            </a:endParaRPr>
          </a:p>
          <a:p>
            <a:pPr marL="245110" marR="1908810" indent="-233045">
              <a:lnSpc>
                <a:spcPct val="100000"/>
              </a:lnSpc>
              <a:spcBef>
                <a:spcPts val="1985"/>
              </a:spcBef>
              <a:buFont typeface="Times New Roman"/>
              <a:buChar char="•"/>
              <a:tabLst>
                <a:tab pos="245110" algn="l"/>
              </a:tabLst>
            </a:pPr>
            <a:r>
              <a:rPr sz="2150" dirty="0">
                <a:latin typeface="DM Sans"/>
                <a:cs typeface="DM Sans"/>
              </a:rPr>
              <a:t>Flight_Distance_km,</a:t>
            </a:r>
            <a:r>
              <a:rPr sz="2150" spc="-5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Flight_Duration_hours,</a:t>
            </a:r>
            <a:r>
              <a:rPr sz="2150" spc="-40" dirty="0">
                <a:latin typeface="DM Sans"/>
                <a:cs typeface="DM Sans"/>
              </a:rPr>
              <a:t> </a:t>
            </a:r>
            <a:r>
              <a:rPr sz="2150" spc="-25" dirty="0">
                <a:latin typeface="DM Sans"/>
                <a:cs typeface="DM Sans"/>
              </a:rPr>
              <a:t>and </a:t>
            </a:r>
            <a:r>
              <a:rPr sz="2150" spc="-10" dirty="0">
                <a:latin typeface="DM Sans"/>
                <a:cs typeface="DM Sans"/>
              </a:rPr>
              <a:t>Average_Speed_kmph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measure</a:t>
            </a:r>
            <a:r>
              <a:rPr sz="2150" spc="-45" dirty="0">
                <a:latin typeface="DM Sans"/>
                <a:cs typeface="DM Sans"/>
              </a:rPr>
              <a:t> </a:t>
            </a:r>
            <a:r>
              <a:rPr sz="2150" spc="-10" dirty="0">
                <a:latin typeface="DM Sans"/>
                <a:cs typeface="DM Sans"/>
              </a:rPr>
              <a:t>effort.</a:t>
            </a:r>
            <a:endParaRPr sz="2150">
              <a:latin typeface="DM Sans"/>
              <a:cs typeface="DM Sans"/>
            </a:endParaRPr>
          </a:p>
          <a:p>
            <a:pPr marL="245110" marR="1967230" indent="-233045">
              <a:lnSpc>
                <a:spcPct val="100000"/>
              </a:lnSpc>
              <a:spcBef>
                <a:spcPts val="565"/>
              </a:spcBef>
              <a:buFont typeface="Times New Roman"/>
              <a:buChar char="•"/>
              <a:tabLst>
                <a:tab pos="245110" algn="l"/>
              </a:tabLst>
            </a:pPr>
            <a:r>
              <a:rPr sz="2150" spc="-10" dirty="0">
                <a:latin typeface="DM Sans"/>
                <a:cs typeface="DM Sans"/>
              </a:rPr>
              <a:t>Migration_Interrupted,</a:t>
            </a:r>
            <a:r>
              <a:rPr sz="2150" spc="-15" dirty="0">
                <a:latin typeface="DM Sans"/>
                <a:cs typeface="DM Sans"/>
              </a:rPr>
              <a:t> </a:t>
            </a:r>
            <a:r>
              <a:rPr sz="2150" spc="-10" dirty="0">
                <a:latin typeface="DM Sans"/>
                <a:cs typeface="DM Sans"/>
              </a:rPr>
              <a:t>Interrupted_Reason,</a:t>
            </a:r>
            <a:r>
              <a:rPr sz="2150" spc="-15" dirty="0">
                <a:latin typeface="DM Sans"/>
                <a:cs typeface="DM Sans"/>
              </a:rPr>
              <a:t> </a:t>
            </a:r>
            <a:r>
              <a:rPr sz="2150" spc="-25" dirty="0">
                <a:latin typeface="DM Sans"/>
                <a:cs typeface="DM Sans"/>
              </a:rPr>
              <a:t>and </a:t>
            </a:r>
            <a:r>
              <a:rPr sz="2150" dirty="0">
                <a:latin typeface="DM Sans"/>
                <a:cs typeface="DM Sans"/>
              </a:rPr>
              <a:t>Migration_Success</a:t>
            </a:r>
            <a:r>
              <a:rPr sz="2150" spc="-30" dirty="0">
                <a:latin typeface="DM Sans"/>
                <a:cs typeface="DM Sans"/>
              </a:rPr>
              <a:t> </a:t>
            </a:r>
            <a:r>
              <a:rPr sz="2150" dirty="0">
                <a:latin typeface="DM Sans"/>
                <a:cs typeface="DM Sans"/>
              </a:rPr>
              <a:t>summarize</a:t>
            </a:r>
            <a:r>
              <a:rPr sz="2150" spc="-15" dirty="0">
                <a:latin typeface="DM Sans"/>
                <a:cs typeface="DM Sans"/>
              </a:rPr>
              <a:t> </a:t>
            </a:r>
            <a:r>
              <a:rPr sz="2150" spc="-10" dirty="0">
                <a:latin typeface="DM Sans"/>
                <a:cs typeface="DM Sans"/>
              </a:rPr>
              <a:t>results.</a:t>
            </a:r>
            <a:endParaRPr sz="2150">
              <a:latin typeface="DM Sans"/>
              <a:cs typeface="DM San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605381" y="8299599"/>
            <a:ext cx="6372860" cy="0"/>
          </a:xfrm>
          <a:custGeom>
            <a:avLst/>
            <a:gdLst/>
            <a:ahLst/>
            <a:cxnLst/>
            <a:rect l="l" t="t" r="r" b="b"/>
            <a:pathLst>
              <a:path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18ECB1-5FFB-32EC-E9CB-508A3ED16E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0107"/>
            <a:ext cx="8915400" cy="56768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19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3225" rIns="0" bIns="0" rtlCol="0">
            <a:spAutoFit/>
          </a:bodyPr>
          <a:lstStyle/>
          <a:p>
            <a:pPr marL="36449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FFFFFF"/>
                </a:solidFill>
                <a:latin typeface="DM Sans"/>
                <a:cs typeface="DM Sans"/>
              </a:rPr>
              <a:t>Data</a:t>
            </a:r>
            <a:r>
              <a:rPr sz="4600" spc="-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4600" dirty="0">
                <a:solidFill>
                  <a:srgbClr val="FFFFFF"/>
                </a:solidFill>
                <a:latin typeface="DM Sans"/>
                <a:cs typeface="DM Sans"/>
              </a:rPr>
              <a:t>Cleaning</a:t>
            </a:r>
            <a:r>
              <a:rPr sz="4600" spc="-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4600" spc="-10" dirty="0">
                <a:solidFill>
                  <a:srgbClr val="FFFFFF"/>
                </a:solidFill>
                <a:latin typeface="DM Sans"/>
                <a:cs typeface="DM Sans"/>
              </a:rPr>
              <a:t>Steps</a:t>
            </a:r>
            <a:endParaRPr sz="4600">
              <a:latin typeface="DM Sans"/>
              <a:cs typeface="DM San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10971" y="2860662"/>
            <a:ext cx="3467094" cy="6953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8581" y="2860662"/>
            <a:ext cx="3467096" cy="69532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6192" y="2860662"/>
            <a:ext cx="3467099" cy="6953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804" y="2860662"/>
            <a:ext cx="3467098" cy="6953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4498043" y="5529988"/>
            <a:ext cx="2306320" cy="2497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4335" marR="405130" algn="ctr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solidFill>
                  <a:srgbClr val="FFFFFF"/>
                </a:solidFill>
                <a:latin typeface="DM Sans"/>
                <a:cs typeface="DM Sans"/>
              </a:rPr>
              <a:t>Load</a:t>
            </a:r>
            <a:r>
              <a:rPr sz="2600" spc="-7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2600" dirty="0">
                <a:solidFill>
                  <a:srgbClr val="FFFFFF"/>
                </a:solidFill>
                <a:latin typeface="DM Sans"/>
                <a:cs typeface="DM Sans"/>
              </a:rPr>
              <a:t>analyze</a:t>
            </a:r>
            <a:r>
              <a:rPr sz="2600" spc="-9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DM Sans"/>
                <a:cs typeface="DM Sans"/>
              </a:rPr>
              <a:t>in </a:t>
            </a:r>
            <a:r>
              <a:rPr sz="2600" spc="-10" dirty="0">
                <a:solidFill>
                  <a:srgbClr val="FFFFFF"/>
                </a:solidFill>
                <a:latin typeface="DM Sans"/>
                <a:cs typeface="DM Sans"/>
              </a:rPr>
              <a:t>Excel</a:t>
            </a:r>
            <a:endParaRPr sz="2600">
              <a:latin typeface="DM Sans"/>
              <a:cs typeface="DM Sans"/>
            </a:endParaRPr>
          </a:p>
          <a:p>
            <a:pPr marL="184785" marR="5080" indent="-172720" algn="just">
              <a:lnSpc>
                <a:spcPct val="101200"/>
              </a:lnSpc>
              <a:spcBef>
                <a:spcPts val="1605"/>
              </a:spcBef>
              <a:buFont typeface="Times New Roman"/>
              <a:buChar char="•"/>
              <a:tabLst>
                <a:tab pos="184785" algn="l"/>
                <a:tab pos="202565" algn="l"/>
              </a:tabLst>
            </a:pP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	Loaded</a:t>
            </a:r>
            <a:r>
              <a:rPr sz="17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7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cleaned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table</a:t>
            </a:r>
            <a:r>
              <a:rPr sz="17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into</a:t>
            </a:r>
            <a:r>
              <a:rPr sz="17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Excel</a:t>
            </a:r>
            <a:r>
              <a:rPr sz="1750" spc="2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built</a:t>
            </a:r>
            <a:r>
              <a:rPr sz="1750" spc="-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Pivot</a:t>
            </a:r>
            <a:r>
              <a:rPr sz="1750" spc="-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Tables</a:t>
            </a:r>
            <a:r>
              <a:rPr sz="1750" spc="-4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DM Sans"/>
                <a:cs typeface="DM Sans"/>
              </a:rPr>
              <a:t>for</a:t>
            </a:r>
            <a:endParaRPr sz="1750">
              <a:latin typeface="DM Sans"/>
              <a:cs typeface="DM Sans"/>
            </a:endParaRPr>
          </a:p>
          <a:p>
            <a:pPr marL="452755" algn="just">
              <a:lnSpc>
                <a:spcPct val="100000"/>
              </a:lnSpc>
              <a:spcBef>
                <a:spcPts val="25"/>
              </a:spcBef>
            </a:pP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the</a:t>
            </a:r>
            <a:r>
              <a:rPr sz="17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dashboard.</a:t>
            </a:r>
            <a:endParaRPr sz="17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35075" y="5529988"/>
            <a:ext cx="2348865" cy="2371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75945" marR="5080" indent="-563880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solidFill>
                  <a:srgbClr val="FFFFFF"/>
                </a:solidFill>
                <a:latin typeface="DM Sans"/>
                <a:cs typeface="DM Sans"/>
              </a:rPr>
              <a:t>Keep</a:t>
            </a:r>
            <a:r>
              <a:rPr sz="2600" spc="-10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600" dirty="0">
                <a:solidFill>
                  <a:srgbClr val="FFFFFF"/>
                </a:solidFill>
                <a:latin typeface="DM Sans"/>
                <a:cs typeface="DM Sans"/>
              </a:rPr>
              <a:t>only</a:t>
            </a:r>
            <a:r>
              <a:rPr sz="2600" spc="-10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DM Sans"/>
                <a:cs typeface="DM Sans"/>
              </a:rPr>
              <a:t>what </a:t>
            </a:r>
            <a:r>
              <a:rPr sz="2600" spc="-10" dirty="0">
                <a:solidFill>
                  <a:srgbClr val="FFFFFF"/>
                </a:solidFill>
                <a:latin typeface="DM Sans"/>
                <a:cs typeface="DM Sans"/>
              </a:rPr>
              <a:t>matters</a:t>
            </a:r>
            <a:endParaRPr sz="2600">
              <a:latin typeface="DM Sans"/>
              <a:cs typeface="DM Sans"/>
            </a:endParaRPr>
          </a:p>
          <a:p>
            <a:pPr marL="605790" marR="407034" indent="-10160" algn="just">
              <a:lnSpc>
                <a:spcPct val="101200"/>
              </a:lnSpc>
              <a:spcBef>
                <a:spcPts val="1615"/>
              </a:spcBef>
              <a:buFont typeface="Times New Roman"/>
              <a:buChar char="•"/>
              <a:tabLst>
                <a:tab pos="605790" algn="l"/>
                <a:tab pos="786130" algn="l"/>
              </a:tabLst>
            </a:pP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	Removed unnecessary</a:t>
            </a:r>
            <a:endParaRPr sz="1750">
              <a:latin typeface="DM Sans"/>
              <a:cs typeface="DM Sans"/>
            </a:endParaRPr>
          </a:p>
          <a:p>
            <a:pPr marL="406400" marR="207645" indent="1270" algn="just">
              <a:lnSpc>
                <a:spcPct val="101200"/>
              </a:lnSpc>
            </a:pP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columns</a:t>
            </a:r>
            <a:r>
              <a:rPr sz="17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to</a:t>
            </a:r>
            <a:r>
              <a:rPr sz="17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DM Sans"/>
                <a:cs typeface="DM Sans"/>
              </a:rPr>
              <a:t>keep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analysis</a:t>
            </a:r>
            <a:r>
              <a:rPr sz="17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focused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and</a:t>
            </a:r>
            <a:r>
              <a:rPr sz="1750" spc="3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consistent.</a:t>
            </a:r>
            <a:endParaRPr sz="175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02199" y="5529988"/>
            <a:ext cx="2349500" cy="35083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7480" marR="5080" indent="-145415">
              <a:lnSpc>
                <a:spcPct val="100000"/>
              </a:lnSpc>
              <a:spcBef>
                <a:spcPts val="90"/>
              </a:spcBef>
            </a:pPr>
            <a:r>
              <a:rPr sz="2600" dirty="0">
                <a:solidFill>
                  <a:srgbClr val="FFFFFF"/>
                </a:solidFill>
                <a:latin typeface="DM Sans"/>
                <a:cs typeface="DM Sans"/>
              </a:rPr>
              <a:t>Fix</a:t>
            </a:r>
            <a:r>
              <a:rPr sz="2600" spc="-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600" dirty="0">
                <a:solidFill>
                  <a:srgbClr val="FFFFFF"/>
                </a:solidFill>
                <a:latin typeface="DM Sans"/>
                <a:cs typeface="DM Sans"/>
              </a:rPr>
              <a:t>missing</a:t>
            </a:r>
            <a:r>
              <a:rPr sz="2600" spc="-6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DM Sans"/>
                <a:cs typeface="DM Sans"/>
              </a:rPr>
              <a:t>and </a:t>
            </a:r>
            <a:r>
              <a:rPr sz="2600" dirty="0">
                <a:solidFill>
                  <a:srgbClr val="FFFFFF"/>
                </a:solidFill>
                <a:latin typeface="DM Sans"/>
                <a:cs typeface="DM Sans"/>
              </a:rPr>
              <a:t>messy</a:t>
            </a:r>
            <a:r>
              <a:rPr sz="2600" spc="-7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DM Sans"/>
                <a:cs typeface="DM Sans"/>
              </a:rPr>
              <a:t>values</a:t>
            </a:r>
            <a:endParaRPr sz="2600">
              <a:latin typeface="DM Sans"/>
              <a:cs typeface="DM Sans"/>
            </a:endParaRPr>
          </a:p>
          <a:p>
            <a:pPr marL="221615" marR="23495" indent="-190500">
              <a:lnSpc>
                <a:spcPct val="101200"/>
              </a:lnSpc>
              <a:spcBef>
                <a:spcPts val="1615"/>
              </a:spcBef>
              <a:buFont typeface="Times New Roman"/>
              <a:buChar char="•"/>
              <a:tabLst>
                <a:tab pos="327660" algn="l"/>
              </a:tabLst>
            </a:pP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Checked</a:t>
            </a:r>
            <a:r>
              <a:rPr sz="1750" spc="-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blanks</a:t>
            </a:r>
            <a:r>
              <a:rPr sz="1750" spc="-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DM Sans"/>
                <a:cs typeface="DM Sans"/>
              </a:rPr>
              <a:t>and 	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handled</a:t>
            </a:r>
            <a:r>
              <a:rPr sz="1750" spc="7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missing 	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entries</a:t>
            </a:r>
            <a:r>
              <a:rPr sz="1750" spc="1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across</a:t>
            </a:r>
            <a:r>
              <a:rPr sz="17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DM Sans"/>
                <a:cs typeface="DM Sans"/>
              </a:rPr>
              <a:t>key</a:t>
            </a:r>
            <a:endParaRPr sz="1750">
              <a:latin typeface="DM Sans"/>
              <a:cs typeface="DM Sans"/>
            </a:endParaRPr>
          </a:p>
          <a:p>
            <a:pPr marL="968375">
              <a:lnSpc>
                <a:spcPct val="100000"/>
              </a:lnSpc>
              <a:spcBef>
                <a:spcPts val="25"/>
              </a:spcBef>
            </a:pP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fields.</a:t>
            </a:r>
            <a:endParaRPr sz="1750">
              <a:latin typeface="DM Sans"/>
              <a:cs typeface="DM Sans"/>
            </a:endParaRPr>
          </a:p>
          <a:p>
            <a:pPr marL="638810" marR="440055" lvl="1" indent="-40640">
              <a:lnSpc>
                <a:spcPct val="101200"/>
              </a:lnSpc>
              <a:spcBef>
                <a:spcPts val="445"/>
              </a:spcBef>
              <a:buFont typeface="Times New Roman"/>
              <a:buChar char="•"/>
              <a:tabLst>
                <a:tab pos="638810" algn="l"/>
                <a:tab pos="788670" algn="l"/>
              </a:tabLst>
            </a:pP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	Filled</a:t>
            </a:r>
            <a:r>
              <a:rPr sz="1750" spc="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DM Sans"/>
                <a:cs typeface="DM Sans"/>
              </a:rPr>
              <a:t>null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“Interrupted</a:t>
            </a:r>
            <a:endParaRPr sz="1750">
              <a:latin typeface="DM Sans"/>
              <a:cs typeface="DM Sans"/>
            </a:endParaRPr>
          </a:p>
          <a:p>
            <a:pPr marL="481965" marR="283210" algn="ctr">
              <a:lnSpc>
                <a:spcPct val="101200"/>
              </a:lnSpc>
            </a:pP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Reason”</a:t>
            </a:r>
            <a:r>
              <a:rPr sz="17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values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using</a:t>
            </a:r>
            <a:r>
              <a:rPr sz="17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a</a:t>
            </a:r>
            <a:r>
              <a:rPr sz="1750" spc="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custom column.</a:t>
            </a:r>
            <a:endParaRPr sz="175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2843" y="5529988"/>
            <a:ext cx="2094864" cy="2101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8935" marR="247015" indent="-305435">
              <a:lnSpc>
                <a:spcPct val="100000"/>
              </a:lnSpc>
              <a:spcBef>
                <a:spcPts val="90"/>
              </a:spcBef>
            </a:pPr>
            <a:r>
              <a:rPr sz="2600" spc="-10" dirty="0">
                <a:solidFill>
                  <a:srgbClr val="FFFFFF"/>
                </a:solidFill>
                <a:latin typeface="DM Sans"/>
                <a:cs typeface="DM Sans"/>
              </a:rPr>
              <a:t>Prepare</a:t>
            </a:r>
            <a:r>
              <a:rPr sz="2600" spc="-1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DM Sans"/>
                <a:cs typeface="DM Sans"/>
              </a:rPr>
              <a:t>the </a:t>
            </a:r>
            <a:r>
              <a:rPr sz="2600" spc="-10" dirty="0">
                <a:solidFill>
                  <a:srgbClr val="FFFFFF"/>
                </a:solidFill>
                <a:latin typeface="DM Sans"/>
                <a:cs typeface="DM Sans"/>
              </a:rPr>
              <a:t>dataset</a:t>
            </a:r>
            <a:endParaRPr sz="2600">
              <a:latin typeface="DM Sans"/>
              <a:cs typeface="DM Sans"/>
            </a:endParaRPr>
          </a:p>
          <a:p>
            <a:pPr marL="12700" marR="5080" indent="349250">
              <a:lnSpc>
                <a:spcPct val="101200"/>
              </a:lnSpc>
              <a:spcBef>
                <a:spcPts val="1615"/>
              </a:spcBef>
              <a:buFont typeface="Times New Roman"/>
              <a:buChar char="•"/>
              <a:tabLst>
                <a:tab pos="361950" algn="l"/>
              </a:tabLst>
            </a:pP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Imported</a:t>
            </a:r>
            <a:r>
              <a:rPr sz="1750" spc="-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DM Sans"/>
                <a:cs typeface="DM Sans"/>
              </a:rPr>
              <a:t>the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migration</a:t>
            </a:r>
            <a:r>
              <a:rPr sz="1750" spc="15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file</a:t>
            </a:r>
            <a:r>
              <a:rPr sz="1750" spc="2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DM Sans"/>
                <a:cs typeface="DM Sans"/>
              </a:rPr>
              <a:t>into </a:t>
            </a:r>
            <a:r>
              <a:rPr sz="1750" b="1" dirty="0">
                <a:solidFill>
                  <a:srgbClr val="2DC295"/>
                </a:solidFill>
                <a:latin typeface="DM Sans"/>
                <a:cs typeface="DM Sans"/>
              </a:rPr>
              <a:t>Power</a:t>
            </a:r>
            <a:r>
              <a:rPr sz="1750" b="1" spc="-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750" b="1" dirty="0">
                <a:solidFill>
                  <a:srgbClr val="2DC295"/>
                </a:solidFill>
                <a:latin typeface="DM Sans"/>
                <a:cs typeface="DM Sans"/>
              </a:rPr>
              <a:t>Query</a:t>
            </a:r>
            <a:r>
              <a:rPr sz="1750" b="1" spc="5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DM Sans"/>
                <a:cs typeface="DM Sans"/>
              </a:rPr>
              <a:t>for </a:t>
            </a:r>
            <a:r>
              <a:rPr sz="1750" dirty="0">
                <a:solidFill>
                  <a:srgbClr val="FFFFFF"/>
                </a:solidFill>
                <a:latin typeface="DM Sans"/>
                <a:cs typeface="DM Sans"/>
              </a:rPr>
              <a:t>structured</a:t>
            </a:r>
            <a:r>
              <a:rPr sz="1750" spc="-30" dirty="0">
                <a:solidFill>
                  <a:srgbClr val="FFFFFF"/>
                </a:solidFill>
                <a:latin typeface="DM Sans"/>
                <a:cs typeface="DM San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DM Sans"/>
                <a:cs typeface="DM Sans"/>
              </a:rPr>
              <a:t>cleaning.</a:t>
            </a:r>
            <a:endParaRPr sz="1750">
              <a:latin typeface="DM Sans"/>
              <a:cs typeface="DM San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879735" y="3364153"/>
            <a:ext cx="1524635" cy="1497965"/>
            <a:chOff x="14879735" y="3364153"/>
            <a:chExt cx="1524635" cy="1497965"/>
          </a:xfrm>
        </p:grpSpPr>
        <p:sp>
          <p:nvSpPr>
            <p:cNvPr id="14" name="object 14"/>
            <p:cNvSpPr/>
            <p:nvPr/>
          </p:nvSpPr>
          <p:spPr>
            <a:xfrm>
              <a:off x="14879726" y="3364153"/>
              <a:ext cx="1524635" cy="1497965"/>
            </a:xfrm>
            <a:custGeom>
              <a:avLst/>
              <a:gdLst/>
              <a:ahLst/>
              <a:cxnLst/>
              <a:rect l="l" t="t" r="r" b="b"/>
              <a:pathLst>
                <a:path w="1524634" h="1497964">
                  <a:moveTo>
                    <a:pt x="290296" y="1282"/>
                  </a:moveTo>
                  <a:lnTo>
                    <a:pt x="245287" y="8509"/>
                  </a:lnTo>
                  <a:lnTo>
                    <a:pt x="202768" y="22161"/>
                  </a:lnTo>
                  <a:lnTo>
                    <a:pt x="163245" y="41732"/>
                  </a:lnTo>
                  <a:lnTo>
                    <a:pt x="127266" y="66675"/>
                  </a:lnTo>
                  <a:lnTo>
                    <a:pt x="95364" y="96469"/>
                  </a:lnTo>
                  <a:lnTo>
                    <a:pt x="68072" y="130581"/>
                  </a:lnTo>
                  <a:lnTo>
                    <a:pt x="45923" y="168490"/>
                  </a:lnTo>
                  <a:lnTo>
                    <a:pt x="29438" y="209651"/>
                  </a:lnTo>
                  <a:lnTo>
                    <a:pt x="19151" y="253555"/>
                  </a:lnTo>
                  <a:lnTo>
                    <a:pt x="15608" y="299669"/>
                  </a:lnTo>
                  <a:lnTo>
                    <a:pt x="16535" y="323113"/>
                  </a:lnTo>
                  <a:lnTo>
                    <a:pt x="19278" y="346240"/>
                  </a:lnTo>
                  <a:lnTo>
                    <a:pt x="23799" y="369011"/>
                  </a:lnTo>
                  <a:lnTo>
                    <a:pt x="30048" y="391375"/>
                  </a:lnTo>
                  <a:lnTo>
                    <a:pt x="192836" y="323697"/>
                  </a:lnTo>
                  <a:lnTo>
                    <a:pt x="191312" y="315912"/>
                  </a:lnTo>
                  <a:lnTo>
                    <a:pt x="190411" y="307911"/>
                  </a:lnTo>
                  <a:lnTo>
                    <a:pt x="190411" y="299669"/>
                  </a:lnTo>
                  <a:lnTo>
                    <a:pt x="198018" y="256768"/>
                  </a:lnTo>
                  <a:lnTo>
                    <a:pt x="219011" y="220256"/>
                  </a:lnTo>
                  <a:lnTo>
                    <a:pt x="250685" y="192874"/>
                  </a:lnTo>
                  <a:lnTo>
                    <a:pt x="290296" y="177342"/>
                  </a:lnTo>
                  <a:lnTo>
                    <a:pt x="290296" y="1282"/>
                  </a:lnTo>
                  <a:close/>
                </a:path>
                <a:path w="1524634" h="1497964">
                  <a:moveTo>
                    <a:pt x="1214272" y="549389"/>
                  </a:moveTo>
                  <a:lnTo>
                    <a:pt x="964552" y="549389"/>
                  </a:lnTo>
                  <a:lnTo>
                    <a:pt x="964552" y="599338"/>
                  </a:lnTo>
                  <a:lnTo>
                    <a:pt x="1214272" y="599338"/>
                  </a:lnTo>
                  <a:lnTo>
                    <a:pt x="1214272" y="549389"/>
                  </a:lnTo>
                  <a:close/>
                </a:path>
                <a:path w="1524634" h="1497964">
                  <a:moveTo>
                    <a:pt x="1214272" y="449503"/>
                  </a:moveTo>
                  <a:lnTo>
                    <a:pt x="964552" y="449503"/>
                  </a:lnTo>
                  <a:lnTo>
                    <a:pt x="964552" y="499440"/>
                  </a:lnTo>
                  <a:lnTo>
                    <a:pt x="1214272" y="499440"/>
                  </a:lnTo>
                  <a:lnTo>
                    <a:pt x="1214272" y="449503"/>
                  </a:lnTo>
                  <a:close/>
                </a:path>
                <a:path w="1524634" h="1497964">
                  <a:moveTo>
                    <a:pt x="1214272" y="349605"/>
                  </a:moveTo>
                  <a:lnTo>
                    <a:pt x="964552" y="349605"/>
                  </a:lnTo>
                  <a:lnTo>
                    <a:pt x="964552" y="399554"/>
                  </a:lnTo>
                  <a:lnTo>
                    <a:pt x="1214272" y="399554"/>
                  </a:lnTo>
                  <a:lnTo>
                    <a:pt x="1214272" y="349605"/>
                  </a:lnTo>
                  <a:close/>
                </a:path>
                <a:path w="1524634" h="1497964">
                  <a:moveTo>
                    <a:pt x="1214272" y="12"/>
                  </a:moveTo>
                  <a:lnTo>
                    <a:pt x="754443" y="12"/>
                  </a:lnTo>
                  <a:lnTo>
                    <a:pt x="585101" y="169341"/>
                  </a:lnTo>
                  <a:lnTo>
                    <a:pt x="558380" y="124434"/>
                  </a:lnTo>
                  <a:lnTo>
                    <a:pt x="524789" y="85356"/>
                  </a:lnTo>
                  <a:lnTo>
                    <a:pt x="485254" y="52793"/>
                  </a:lnTo>
                  <a:lnTo>
                    <a:pt x="440690" y="27444"/>
                  </a:lnTo>
                  <a:lnTo>
                    <a:pt x="392049" y="9982"/>
                  </a:lnTo>
                  <a:lnTo>
                    <a:pt x="340258" y="1092"/>
                  </a:lnTo>
                  <a:lnTo>
                    <a:pt x="340258" y="177368"/>
                  </a:lnTo>
                  <a:lnTo>
                    <a:pt x="379780" y="192836"/>
                  </a:lnTo>
                  <a:lnTo>
                    <a:pt x="411391" y="220116"/>
                  </a:lnTo>
                  <a:lnTo>
                    <a:pt x="432396" y="256501"/>
                  </a:lnTo>
                  <a:lnTo>
                    <a:pt x="440093" y="299300"/>
                  </a:lnTo>
                  <a:lnTo>
                    <a:pt x="612851" y="333781"/>
                  </a:lnTo>
                  <a:lnTo>
                    <a:pt x="614375" y="316814"/>
                  </a:lnTo>
                  <a:lnTo>
                    <a:pt x="614794" y="308267"/>
                  </a:lnTo>
                  <a:lnTo>
                    <a:pt x="614946" y="299669"/>
                  </a:lnTo>
                  <a:lnTo>
                    <a:pt x="614248" y="279501"/>
                  </a:lnTo>
                  <a:lnTo>
                    <a:pt x="612216" y="259600"/>
                  </a:lnTo>
                  <a:lnTo>
                    <a:pt x="608876" y="240030"/>
                  </a:lnTo>
                  <a:lnTo>
                    <a:pt x="604278" y="220789"/>
                  </a:lnTo>
                  <a:lnTo>
                    <a:pt x="775119" y="49961"/>
                  </a:lnTo>
                  <a:lnTo>
                    <a:pt x="1214272" y="49961"/>
                  </a:lnTo>
                  <a:lnTo>
                    <a:pt x="1214272" y="12"/>
                  </a:lnTo>
                  <a:close/>
                </a:path>
                <a:path w="1524634" h="1497964">
                  <a:moveTo>
                    <a:pt x="1314170" y="299669"/>
                  </a:moveTo>
                  <a:lnTo>
                    <a:pt x="1264221" y="299669"/>
                  </a:lnTo>
                  <a:lnTo>
                    <a:pt x="1264221" y="349618"/>
                  </a:lnTo>
                  <a:lnTo>
                    <a:pt x="1314170" y="349618"/>
                  </a:lnTo>
                  <a:lnTo>
                    <a:pt x="1314170" y="299669"/>
                  </a:lnTo>
                  <a:close/>
                </a:path>
                <a:path w="1524634" h="1497964">
                  <a:moveTo>
                    <a:pt x="1414056" y="299669"/>
                  </a:moveTo>
                  <a:lnTo>
                    <a:pt x="1364107" y="299669"/>
                  </a:lnTo>
                  <a:lnTo>
                    <a:pt x="1364107" y="349618"/>
                  </a:lnTo>
                  <a:lnTo>
                    <a:pt x="1414056" y="349618"/>
                  </a:lnTo>
                  <a:lnTo>
                    <a:pt x="1414056" y="299669"/>
                  </a:lnTo>
                  <a:close/>
                </a:path>
                <a:path w="1524634" h="1497964">
                  <a:moveTo>
                    <a:pt x="1513928" y="1448384"/>
                  </a:moveTo>
                  <a:lnTo>
                    <a:pt x="1488960" y="1448384"/>
                  </a:lnTo>
                  <a:lnTo>
                    <a:pt x="1488960" y="1348054"/>
                  </a:lnTo>
                  <a:lnTo>
                    <a:pt x="1488960" y="1273124"/>
                  </a:lnTo>
                  <a:lnTo>
                    <a:pt x="1488960" y="923874"/>
                  </a:lnTo>
                  <a:lnTo>
                    <a:pt x="1364094" y="923874"/>
                  </a:lnTo>
                  <a:lnTo>
                    <a:pt x="1364094" y="1448384"/>
                  </a:lnTo>
                  <a:lnTo>
                    <a:pt x="1339126" y="1448384"/>
                  </a:lnTo>
                  <a:lnTo>
                    <a:pt x="1339126" y="1099134"/>
                  </a:lnTo>
                  <a:lnTo>
                    <a:pt x="1214272" y="1099134"/>
                  </a:lnTo>
                  <a:lnTo>
                    <a:pt x="1214272" y="1448384"/>
                  </a:lnTo>
                  <a:lnTo>
                    <a:pt x="1089406" y="1448384"/>
                  </a:lnTo>
                  <a:lnTo>
                    <a:pt x="1089406" y="1348054"/>
                  </a:lnTo>
                  <a:lnTo>
                    <a:pt x="1089406" y="1273124"/>
                  </a:lnTo>
                  <a:lnTo>
                    <a:pt x="1089406" y="1198194"/>
                  </a:lnTo>
                  <a:lnTo>
                    <a:pt x="1089406" y="1174064"/>
                  </a:lnTo>
                  <a:lnTo>
                    <a:pt x="964552" y="1174064"/>
                  </a:lnTo>
                  <a:lnTo>
                    <a:pt x="964552" y="1198194"/>
                  </a:lnTo>
                  <a:lnTo>
                    <a:pt x="964552" y="1273124"/>
                  </a:lnTo>
                  <a:lnTo>
                    <a:pt x="964552" y="1348054"/>
                  </a:lnTo>
                  <a:lnTo>
                    <a:pt x="964552" y="1448384"/>
                  </a:lnTo>
                  <a:lnTo>
                    <a:pt x="939571" y="1448384"/>
                  </a:lnTo>
                  <a:lnTo>
                    <a:pt x="939571" y="1348054"/>
                  </a:lnTo>
                  <a:lnTo>
                    <a:pt x="814717" y="1348054"/>
                  </a:lnTo>
                  <a:lnTo>
                    <a:pt x="814717" y="1448384"/>
                  </a:lnTo>
                  <a:lnTo>
                    <a:pt x="689851" y="1448384"/>
                  </a:lnTo>
                  <a:lnTo>
                    <a:pt x="689851" y="998804"/>
                  </a:lnTo>
                  <a:lnTo>
                    <a:pt x="564997" y="998804"/>
                  </a:lnTo>
                  <a:lnTo>
                    <a:pt x="564997" y="1448384"/>
                  </a:lnTo>
                  <a:lnTo>
                    <a:pt x="540029" y="1448384"/>
                  </a:lnTo>
                  <a:lnTo>
                    <a:pt x="540029" y="1348054"/>
                  </a:lnTo>
                  <a:lnTo>
                    <a:pt x="540029" y="1273124"/>
                  </a:lnTo>
                  <a:lnTo>
                    <a:pt x="540029" y="1198194"/>
                  </a:lnTo>
                  <a:lnTo>
                    <a:pt x="415163" y="1198194"/>
                  </a:lnTo>
                  <a:lnTo>
                    <a:pt x="415163" y="1273124"/>
                  </a:lnTo>
                  <a:lnTo>
                    <a:pt x="415163" y="1348054"/>
                  </a:lnTo>
                  <a:lnTo>
                    <a:pt x="415163" y="1448384"/>
                  </a:lnTo>
                  <a:lnTo>
                    <a:pt x="315277" y="1448384"/>
                  </a:lnTo>
                  <a:lnTo>
                    <a:pt x="315277" y="1099134"/>
                  </a:lnTo>
                  <a:lnTo>
                    <a:pt x="190411" y="1099134"/>
                  </a:lnTo>
                  <a:lnTo>
                    <a:pt x="190411" y="1448384"/>
                  </a:lnTo>
                  <a:lnTo>
                    <a:pt x="165442" y="1448384"/>
                  </a:lnTo>
                  <a:lnTo>
                    <a:pt x="165442" y="1348054"/>
                  </a:lnTo>
                  <a:lnTo>
                    <a:pt x="165442" y="1273124"/>
                  </a:lnTo>
                  <a:lnTo>
                    <a:pt x="40589" y="1273124"/>
                  </a:lnTo>
                  <a:lnTo>
                    <a:pt x="40589" y="1348054"/>
                  </a:lnTo>
                  <a:lnTo>
                    <a:pt x="40589" y="1448384"/>
                  </a:lnTo>
                  <a:lnTo>
                    <a:pt x="15608" y="1448384"/>
                  </a:lnTo>
                  <a:lnTo>
                    <a:pt x="15608" y="1497914"/>
                  </a:lnTo>
                  <a:lnTo>
                    <a:pt x="1513928" y="1497914"/>
                  </a:lnTo>
                  <a:lnTo>
                    <a:pt x="1513928" y="1448384"/>
                  </a:lnTo>
                  <a:close/>
                </a:path>
                <a:path w="1524634" h="1497964">
                  <a:moveTo>
                    <a:pt x="1513941" y="299669"/>
                  </a:moveTo>
                  <a:lnTo>
                    <a:pt x="1463992" y="299669"/>
                  </a:lnTo>
                  <a:lnTo>
                    <a:pt x="1463992" y="349618"/>
                  </a:lnTo>
                  <a:lnTo>
                    <a:pt x="1513941" y="349618"/>
                  </a:lnTo>
                  <a:lnTo>
                    <a:pt x="1513941" y="299669"/>
                  </a:lnTo>
                  <a:close/>
                </a:path>
                <a:path w="1524634" h="1497964">
                  <a:moveTo>
                    <a:pt x="1513941" y="199783"/>
                  </a:moveTo>
                  <a:lnTo>
                    <a:pt x="1264221" y="199783"/>
                  </a:lnTo>
                  <a:lnTo>
                    <a:pt x="1264221" y="249732"/>
                  </a:lnTo>
                  <a:lnTo>
                    <a:pt x="1513941" y="249732"/>
                  </a:lnTo>
                  <a:lnTo>
                    <a:pt x="1513941" y="199783"/>
                  </a:lnTo>
                  <a:close/>
                </a:path>
                <a:path w="1524634" h="1497964">
                  <a:moveTo>
                    <a:pt x="1513941" y="99885"/>
                  </a:moveTo>
                  <a:lnTo>
                    <a:pt x="1264221" y="99885"/>
                  </a:lnTo>
                  <a:lnTo>
                    <a:pt x="1264221" y="149834"/>
                  </a:lnTo>
                  <a:lnTo>
                    <a:pt x="1513941" y="149834"/>
                  </a:lnTo>
                  <a:lnTo>
                    <a:pt x="1513941" y="99885"/>
                  </a:lnTo>
                  <a:close/>
                </a:path>
                <a:path w="1524634" h="1497964">
                  <a:moveTo>
                    <a:pt x="1513941" y="0"/>
                  </a:moveTo>
                  <a:lnTo>
                    <a:pt x="1264221" y="0"/>
                  </a:lnTo>
                  <a:lnTo>
                    <a:pt x="1264221" y="49949"/>
                  </a:lnTo>
                  <a:lnTo>
                    <a:pt x="1513941" y="49949"/>
                  </a:lnTo>
                  <a:lnTo>
                    <a:pt x="1513941" y="0"/>
                  </a:lnTo>
                  <a:close/>
                </a:path>
                <a:path w="1524634" h="1497964">
                  <a:moveTo>
                    <a:pt x="1524063" y="726351"/>
                  </a:moveTo>
                  <a:lnTo>
                    <a:pt x="1282217" y="618871"/>
                  </a:lnTo>
                  <a:lnTo>
                    <a:pt x="1005649" y="945730"/>
                  </a:lnTo>
                  <a:lnTo>
                    <a:pt x="649744" y="850811"/>
                  </a:lnTo>
                  <a:lnTo>
                    <a:pt x="388137" y="693864"/>
                  </a:lnTo>
                  <a:lnTo>
                    <a:pt x="0" y="1004366"/>
                  </a:lnTo>
                  <a:lnTo>
                    <a:pt x="31216" y="1043368"/>
                  </a:lnTo>
                  <a:lnTo>
                    <a:pt x="392239" y="754545"/>
                  </a:lnTo>
                  <a:lnTo>
                    <a:pt x="627049" y="895438"/>
                  </a:lnTo>
                  <a:lnTo>
                    <a:pt x="1023327" y="1002118"/>
                  </a:lnTo>
                  <a:lnTo>
                    <a:pt x="1296149" y="679704"/>
                  </a:lnTo>
                  <a:lnTo>
                    <a:pt x="1503794" y="771994"/>
                  </a:lnTo>
                  <a:lnTo>
                    <a:pt x="1524063" y="726351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29063" y="3733946"/>
              <a:ext cx="198945" cy="19947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5111126" y="3712422"/>
              <a:ext cx="683260" cy="251460"/>
            </a:xfrm>
            <a:custGeom>
              <a:avLst/>
              <a:gdLst/>
              <a:ahLst/>
              <a:cxnLst/>
              <a:rect l="l" t="t" r="r" b="b"/>
              <a:pathLst>
                <a:path w="683259" h="251460">
                  <a:moveTo>
                    <a:pt x="198907" y="0"/>
                  </a:moveTo>
                  <a:lnTo>
                    <a:pt x="180172" y="30802"/>
                  </a:lnTo>
                  <a:lnTo>
                    <a:pt x="153620" y="54919"/>
                  </a:lnTo>
                  <a:lnTo>
                    <a:pt x="120956" y="70642"/>
                  </a:lnTo>
                  <a:lnTo>
                    <a:pt x="83883" y="76263"/>
                  </a:lnTo>
                  <a:lnTo>
                    <a:pt x="76911" y="76263"/>
                  </a:lnTo>
                  <a:lnTo>
                    <a:pt x="63525" y="74218"/>
                  </a:lnTo>
                  <a:lnTo>
                    <a:pt x="0" y="239026"/>
                  </a:lnTo>
                  <a:lnTo>
                    <a:pt x="20591" y="244251"/>
                  </a:lnTo>
                  <a:lnTo>
                    <a:pt x="41460" y="248018"/>
                  </a:lnTo>
                  <a:lnTo>
                    <a:pt x="62570" y="250299"/>
                  </a:lnTo>
                  <a:lnTo>
                    <a:pt x="83883" y="251066"/>
                  </a:lnTo>
                  <a:lnTo>
                    <a:pt x="129718" y="247517"/>
                  </a:lnTo>
                  <a:lnTo>
                    <a:pt x="173996" y="237104"/>
                  </a:lnTo>
                  <a:lnTo>
                    <a:pt x="216000" y="220177"/>
                  </a:lnTo>
                  <a:lnTo>
                    <a:pt x="255014" y="197088"/>
                  </a:lnTo>
                  <a:lnTo>
                    <a:pt x="290322" y="168186"/>
                  </a:lnTo>
                  <a:lnTo>
                    <a:pt x="373202" y="251066"/>
                  </a:lnTo>
                  <a:lnTo>
                    <a:pt x="683209" y="251066"/>
                  </a:lnTo>
                  <a:lnTo>
                    <a:pt x="683209" y="201117"/>
                  </a:lnTo>
                  <a:lnTo>
                    <a:pt x="393890" y="201117"/>
                  </a:lnTo>
                  <a:lnTo>
                    <a:pt x="323469" y="130695"/>
                  </a:lnTo>
                  <a:lnTo>
                    <a:pt x="338690" y="108306"/>
                  </a:lnTo>
                  <a:lnTo>
                    <a:pt x="351801" y="84702"/>
                  </a:lnTo>
                  <a:lnTo>
                    <a:pt x="362718" y="60022"/>
                  </a:lnTo>
                  <a:lnTo>
                    <a:pt x="371360" y="34404"/>
                  </a:lnTo>
                  <a:lnTo>
                    <a:pt x="198907" y="0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0560822" y="3364160"/>
            <a:ext cx="1497965" cy="1498600"/>
            <a:chOff x="10560822" y="3364160"/>
            <a:chExt cx="1497965" cy="1498600"/>
          </a:xfrm>
        </p:grpSpPr>
        <p:sp>
          <p:nvSpPr>
            <p:cNvPr id="18" name="object 18"/>
            <p:cNvSpPr/>
            <p:nvPr/>
          </p:nvSpPr>
          <p:spPr>
            <a:xfrm>
              <a:off x="10729366" y="3364166"/>
              <a:ext cx="1329690" cy="1039494"/>
            </a:xfrm>
            <a:custGeom>
              <a:avLst/>
              <a:gdLst/>
              <a:ahLst/>
              <a:cxnLst/>
              <a:rect l="l" t="t" r="r" b="b"/>
              <a:pathLst>
                <a:path w="1329690" h="1039495">
                  <a:moveTo>
                    <a:pt x="435000" y="797496"/>
                  </a:moveTo>
                  <a:lnTo>
                    <a:pt x="389013" y="745045"/>
                  </a:lnTo>
                  <a:lnTo>
                    <a:pt x="376275" y="735977"/>
                  </a:lnTo>
                  <a:lnTo>
                    <a:pt x="376275" y="797496"/>
                  </a:lnTo>
                  <a:lnTo>
                    <a:pt x="358279" y="812647"/>
                  </a:lnTo>
                  <a:lnTo>
                    <a:pt x="339267" y="826477"/>
                  </a:lnTo>
                  <a:lnTo>
                    <a:pt x="319316" y="838923"/>
                  </a:lnTo>
                  <a:lnTo>
                    <a:pt x="298513" y="849947"/>
                  </a:lnTo>
                  <a:lnTo>
                    <a:pt x="310248" y="824585"/>
                  </a:lnTo>
                  <a:lnTo>
                    <a:pt x="314159" y="797496"/>
                  </a:lnTo>
                  <a:lnTo>
                    <a:pt x="310248" y="770394"/>
                  </a:lnTo>
                  <a:lnTo>
                    <a:pt x="298513" y="745045"/>
                  </a:lnTo>
                  <a:lnTo>
                    <a:pt x="319316" y="756056"/>
                  </a:lnTo>
                  <a:lnTo>
                    <a:pt x="339267" y="768502"/>
                  </a:lnTo>
                  <a:lnTo>
                    <a:pt x="358279" y="782332"/>
                  </a:lnTo>
                  <a:lnTo>
                    <a:pt x="376275" y="797496"/>
                  </a:lnTo>
                  <a:lnTo>
                    <a:pt x="376275" y="735977"/>
                  </a:lnTo>
                  <a:lnTo>
                    <a:pt x="340995" y="712279"/>
                  </a:lnTo>
                  <a:lnTo>
                    <a:pt x="283743" y="687133"/>
                  </a:lnTo>
                  <a:lnTo>
                    <a:pt x="217487" y="676656"/>
                  </a:lnTo>
                  <a:lnTo>
                    <a:pt x="151244" y="687133"/>
                  </a:lnTo>
                  <a:lnTo>
                    <a:pt x="136474" y="693623"/>
                  </a:lnTo>
                  <a:lnTo>
                    <a:pt x="136474" y="745045"/>
                  </a:lnTo>
                  <a:lnTo>
                    <a:pt x="124739" y="770394"/>
                  </a:lnTo>
                  <a:lnTo>
                    <a:pt x="120827" y="797496"/>
                  </a:lnTo>
                  <a:lnTo>
                    <a:pt x="124739" y="824585"/>
                  </a:lnTo>
                  <a:lnTo>
                    <a:pt x="136474" y="849947"/>
                  </a:lnTo>
                  <a:lnTo>
                    <a:pt x="115671" y="838923"/>
                  </a:lnTo>
                  <a:lnTo>
                    <a:pt x="95732" y="826477"/>
                  </a:lnTo>
                  <a:lnTo>
                    <a:pt x="76720" y="812647"/>
                  </a:lnTo>
                  <a:lnTo>
                    <a:pt x="58712" y="797496"/>
                  </a:lnTo>
                  <a:lnTo>
                    <a:pt x="76720" y="782332"/>
                  </a:lnTo>
                  <a:lnTo>
                    <a:pt x="95732" y="768502"/>
                  </a:lnTo>
                  <a:lnTo>
                    <a:pt x="115671" y="756056"/>
                  </a:lnTo>
                  <a:lnTo>
                    <a:pt x="136474" y="745045"/>
                  </a:lnTo>
                  <a:lnTo>
                    <a:pt x="136474" y="693623"/>
                  </a:lnTo>
                  <a:lnTo>
                    <a:pt x="93992" y="712279"/>
                  </a:lnTo>
                  <a:lnTo>
                    <a:pt x="48729" y="742670"/>
                  </a:lnTo>
                  <a:lnTo>
                    <a:pt x="18453" y="768845"/>
                  </a:lnTo>
                  <a:lnTo>
                    <a:pt x="0" y="797496"/>
                  </a:lnTo>
                  <a:lnTo>
                    <a:pt x="1536" y="805992"/>
                  </a:lnTo>
                  <a:lnTo>
                    <a:pt x="48729" y="852309"/>
                  </a:lnTo>
                  <a:lnTo>
                    <a:pt x="93992" y="882688"/>
                  </a:lnTo>
                  <a:lnTo>
                    <a:pt x="151244" y="907846"/>
                  </a:lnTo>
                  <a:lnTo>
                    <a:pt x="217487" y="918324"/>
                  </a:lnTo>
                  <a:lnTo>
                    <a:pt x="283743" y="907846"/>
                  </a:lnTo>
                  <a:lnTo>
                    <a:pt x="340995" y="882688"/>
                  </a:lnTo>
                  <a:lnTo>
                    <a:pt x="386257" y="852309"/>
                  </a:lnTo>
                  <a:lnTo>
                    <a:pt x="416534" y="826135"/>
                  </a:lnTo>
                  <a:lnTo>
                    <a:pt x="433451" y="805992"/>
                  </a:lnTo>
                  <a:lnTo>
                    <a:pt x="435000" y="797496"/>
                  </a:lnTo>
                  <a:close/>
                </a:path>
                <a:path w="1329690" h="1039495">
                  <a:moveTo>
                    <a:pt x="989787" y="156616"/>
                  </a:moveTo>
                  <a:lnTo>
                    <a:pt x="981062" y="132524"/>
                  </a:lnTo>
                  <a:lnTo>
                    <a:pt x="965047" y="113449"/>
                  </a:lnTo>
                  <a:lnTo>
                    <a:pt x="943533" y="100901"/>
                  </a:lnTo>
                  <a:lnTo>
                    <a:pt x="918324" y="96380"/>
                  </a:lnTo>
                  <a:lnTo>
                    <a:pt x="893102" y="100901"/>
                  </a:lnTo>
                  <a:lnTo>
                    <a:pt x="871588" y="113449"/>
                  </a:lnTo>
                  <a:lnTo>
                    <a:pt x="855586" y="132524"/>
                  </a:lnTo>
                  <a:lnTo>
                    <a:pt x="846874" y="156616"/>
                  </a:lnTo>
                  <a:lnTo>
                    <a:pt x="847051" y="182232"/>
                  </a:lnTo>
                  <a:lnTo>
                    <a:pt x="855789" y="205562"/>
                  </a:lnTo>
                  <a:lnTo>
                    <a:pt x="871880" y="224561"/>
                  </a:lnTo>
                  <a:lnTo>
                    <a:pt x="894156" y="237223"/>
                  </a:lnTo>
                  <a:lnTo>
                    <a:pt x="894156" y="386664"/>
                  </a:lnTo>
                  <a:lnTo>
                    <a:pt x="942492" y="386664"/>
                  </a:lnTo>
                  <a:lnTo>
                    <a:pt x="942492" y="237223"/>
                  </a:lnTo>
                  <a:lnTo>
                    <a:pt x="964755" y="224561"/>
                  </a:lnTo>
                  <a:lnTo>
                    <a:pt x="980859" y="205562"/>
                  </a:lnTo>
                  <a:lnTo>
                    <a:pt x="989596" y="182232"/>
                  </a:lnTo>
                  <a:lnTo>
                    <a:pt x="989787" y="156616"/>
                  </a:lnTo>
                  <a:close/>
                </a:path>
                <a:path w="1329690" h="1039495">
                  <a:moveTo>
                    <a:pt x="1329156" y="17754"/>
                  </a:moveTo>
                  <a:lnTo>
                    <a:pt x="1326616" y="11607"/>
                  </a:lnTo>
                  <a:lnTo>
                    <a:pt x="1317548" y="2540"/>
                  </a:lnTo>
                  <a:lnTo>
                    <a:pt x="1311402" y="0"/>
                  </a:lnTo>
                  <a:lnTo>
                    <a:pt x="1304988" y="0"/>
                  </a:lnTo>
                  <a:lnTo>
                    <a:pt x="211086" y="0"/>
                  </a:lnTo>
                  <a:lnTo>
                    <a:pt x="204939" y="2540"/>
                  </a:lnTo>
                  <a:lnTo>
                    <a:pt x="195884" y="11607"/>
                  </a:lnTo>
                  <a:lnTo>
                    <a:pt x="193332" y="17754"/>
                  </a:lnTo>
                  <a:lnTo>
                    <a:pt x="193332" y="362496"/>
                  </a:lnTo>
                  <a:lnTo>
                    <a:pt x="241668" y="362496"/>
                  </a:lnTo>
                  <a:lnTo>
                    <a:pt x="241668" y="48336"/>
                  </a:lnTo>
                  <a:lnTo>
                    <a:pt x="1280820" y="48336"/>
                  </a:lnTo>
                  <a:lnTo>
                    <a:pt x="1280820" y="990815"/>
                  </a:lnTo>
                  <a:lnTo>
                    <a:pt x="579996" y="990815"/>
                  </a:lnTo>
                  <a:lnTo>
                    <a:pt x="579996" y="1039152"/>
                  </a:lnTo>
                  <a:lnTo>
                    <a:pt x="1311402" y="1039152"/>
                  </a:lnTo>
                  <a:lnTo>
                    <a:pt x="1317548" y="1036612"/>
                  </a:lnTo>
                  <a:lnTo>
                    <a:pt x="1326616" y="1027544"/>
                  </a:lnTo>
                  <a:lnTo>
                    <a:pt x="1329156" y="1021397"/>
                  </a:lnTo>
                  <a:lnTo>
                    <a:pt x="1329156" y="17754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72602" y="3556978"/>
              <a:ext cx="189951" cy="2314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33136" y="3557490"/>
              <a:ext cx="189655" cy="23089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560812" y="3774680"/>
              <a:ext cx="1256665" cy="1088390"/>
            </a:xfrm>
            <a:custGeom>
              <a:avLst/>
              <a:gdLst/>
              <a:ahLst/>
              <a:cxnLst/>
              <a:rect l="l" t="t" r="r" b="b"/>
              <a:pathLst>
                <a:path w="1256665" h="1088389">
                  <a:moveTo>
                    <a:pt x="772096" y="408965"/>
                  </a:moveTo>
                  <a:lnTo>
                    <a:pt x="771956" y="362445"/>
                  </a:lnTo>
                  <a:lnTo>
                    <a:pt x="766292" y="316280"/>
                  </a:lnTo>
                  <a:lnTo>
                    <a:pt x="755408" y="272034"/>
                  </a:lnTo>
                  <a:lnTo>
                    <a:pt x="739635" y="229997"/>
                  </a:lnTo>
                  <a:lnTo>
                    <a:pt x="719315" y="190487"/>
                  </a:lnTo>
                  <a:lnTo>
                    <a:pt x="694778" y="153822"/>
                  </a:lnTo>
                  <a:lnTo>
                    <a:pt x="676046" y="131762"/>
                  </a:lnTo>
                  <a:lnTo>
                    <a:pt x="676046" y="387032"/>
                  </a:lnTo>
                  <a:lnTo>
                    <a:pt x="672249" y="434073"/>
                  </a:lnTo>
                  <a:lnTo>
                    <a:pt x="661263" y="478701"/>
                  </a:lnTo>
                  <a:lnTo>
                    <a:pt x="643674" y="520306"/>
                  </a:lnTo>
                  <a:lnTo>
                    <a:pt x="620090" y="558304"/>
                  </a:lnTo>
                  <a:lnTo>
                    <a:pt x="591108" y="592099"/>
                  </a:lnTo>
                  <a:lnTo>
                    <a:pt x="557326" y="621080"/>
                  </a:lnTo>
                  <a:lnTo>
                    <a:pt x="519328" y="644664"/>
                  </a:lnTo>
                  <a:lnTo>
                    <a:pt x="477710" y="662241"/>
                  </a:lnTo>
                  <a:lnTo>
                    <a:pt x="433095" y="673239"/>
                  </a:lnTo>
                  <a:lnTo>
                    <a:pt x="386054" y="677024"/>
                  </a:lnTo>
                  <a:lnTo>
                    <a:pt x="339013" y="673239"/>
                  </a:lnTo>
                  <a:lnTo>
                    <a:pt x="294398" y="662241"/>
                  </a:lnTo>
                  <a:lnTo>
                    <a:pt x="252780" y="644664"/>
                  </a:lnTo>
                  <a:lnTo>
                    <a:pt x="214782" y="621080"/>
                  </a:lnTo>
                  <a:lnTo>
                    <a:pt x="180987" y="592099"/>
                  </a:lnTo>
                  <a:lnTo>
                    <a:pt x="152006" y="558304"/>
                  </a:lnTo>
                  <a:lnTo>
                    <a:pt x="128422" y="520306"/>
                  </a:lnTo>
                  <a:lnTo>
                    <a:pt x="110832" y="478701"/>
                  </a:lnTo>
                  <a:lnTo>
                    <a:pt x="99847" y="434073"/>
                  </a:lnTo>
                  <a:lnTo>
                    <a:pt x="96050" y="387032"/>
                  </a:lnTo>
                  <a:lnTo>
                    <a:pt x="99847" y="340004"/>
                  </a:lnTo>
                  <a:lnTo>
                    <a:pt x="110832" y="295376"/>
                  </a:lnTo>
                  <a:lnTo>
                    <a:pt x="128422" y="253771"/>
                  </a:lnTo>
                  <a:lnTo>
                    <a:pt x="152006" y="215773"/>
                  </a:lnTo>
                  <a:lnTo>
                    <a:pt x="180987" y="181978"/>
                  </a:lnTo>
                  <a:lnTo>
                    <a:pt x="214782" y="152996"/>
                  </a:lnTo>
                  <a:lnTo>
                    <a:pt x="252780" y="129413"/>
                  </a:lnTo>
                  <a:lnTo>
                    <a:pt x="294398" y="111823"/>
                  </a:lnTo>
                  <a:lnTo>
                    <a:pt x="339013" y="100838"/>
                  </a:lnTo>
                  <a:lnTo>
                    <a:pt x="386054" y="97040"/>
                  </a:lnTo>
                  <a:lnTo>
                    <a:pt x="433095" y="100838"/>
                  </a:lnTo>
                  <a:lnTo>
                    <a:pt x="477710" y="111823"/>
                  </a:lnTo>
                  <a:lnTo>
                    <a:pt x="519328" y="129413"/>
                  </a:lnTo>
                  <a:lnTo>
                    <a:pt x="557326" y="152996"/>
                  </a:lnTo>
                  <a:lnTo>
                    <a:pt x="591108" y="181978"/>
                  </a:lnTo>
                  <a:lnTo>
                    <a:pt x="620090" y="215773"/>
                  </a:lnTo>
                  <a:lnTo>
                    <a:pt x="643674" y="253771"/>
                  </a:lnTo>
                  <a:lnTo>
                    <a:pt x="661263" y="295376"/>
                  </a:lnTo>
                  <a:lnTo>
                    <a:pt x="672249" y="340004"/>
                  </a:lnTo>
                  <a:lnTo>
                    <a:pt x="676046" y="387032"/>
                  </a:lnTo>
                  <a:lnTo>
                    <a:pt x="676046" y="131762"/>
                  </a:lnTo>
                  <a:lnTo>
                    <a:pt x="641565" y="97040"/>
                  </a:lnTo>
                  <a:lnTo>
                    <a:pt x="599109" y="63969"/>
                  </a:lnTo>
                  <a:lnTo>
                    <a:pt x="560971" y="41770"/>
                  </a:lnTo>
                  <a:lnTo>
                    <a:pt x="520280" y="23964"/>
                  </a:lnTo>
                  <a:lnTo>
                    <a:pt x="477329" y="10858"/>
                  </a:lnTo>
                  <a:lnTo>
                    <a:pt x="432485" y="2768"/>
                  </a:lnTo>
                  <a:lnTo>
                    <a:pt x="386054" y="0"/>
                  </a:lnTo>
                  <a:lnTo>
                    <a:pt x="339623" y="2768"/>
                  </a:lnTo>
                  <a:lnTo>
                    <a:pt x="294767" y="10858"/>
                  </a:lnTo>
                  <a:lnTo>
                    <a:pt x="251828" y="23964"/>
                  </a:lnTo>
                  <a:lnTo>
                    <a:pt x="211124" y="41770"/>
                  </a:lnTo>
                  <a:lnTo>
                    <a:pt x="172986" y="63969"/>
                  </a:lnTo>
                  <a:lnTo>
                    <a:pt x="137756" y="90258"/>
                  </a:lnTo>
                  <a:lnTo>
                    <a:pt x="105765" y="120307"/>
                  </a:lnTo>
                  <a:lnTo>
                    <a:pt x="77330" y="153822"/>
                  </a:lnTo>
                  <a:lnTo>
                    <a:pt x="52781" y="190487"/>
                  </a:lnTo>
                  <a:lnTo>
                    <a:pt x="32461" y="229997"/>
                  </a:lnTo>
                  <a:lnTo>
                    <a:pt x="16700" y="272034"/>
                  </a:lnTo>
                  <a:lnTo>
                    <a:pt x="5816" y="316280"/>
                  </a:lnTo>
                  <a:lnTo>
                    <a:pt x="152" y="362445"/>
                  </a:lnTo>
                  <a:lnTo>
                    <a:pt x="76" y="387032"/>
                  </a:lnTo>
                  <a:lnTo>
                    <a:pt x="0" y="408965"/>
                  </a:lnTo>
                  <a:lnTo>
                    <a:pt x="5270" y="454240"/>
                  </a:lnTo>
                  <a:lnTo>
                    <a:pt x="15659" y="497916"/>
                  </a:lnTo>
                  <a:lnTo>
                    <a:pt x="30873" y="539648"/>
                  </a:lnTo>
                  <a:lnTo>
                    <a:pt x="50647" y="579094"/>
                  </a:lnTo>
                  <a:lnTo>
                    <a:pt x="74676" y="615911"/>
                  </a:lnTo>
                  <a:lnTo>
                    <a:pt x="102654" y="649719"/>
                  </a:lnTo>
                  <a:lnTo>
                    <a:pt x="134327" y="680199"/>
                  </a:lnTo>
                  <a:lnTo>
                    <a:pt x="169379" y="706996"/>
                  </a:lnTo>
                  <a:lnTo>
                    <a:pt x="207543" y="729754"/>
                  </a:lnTo>
                  <a:lnTo>
                    <a:pt x="248513" y="748118"/>
                  </a:lnTo>
                  <a:lnTo>
                    <a:pt x="291998" y="761746"/>
                  </a:lnTo>
                  <a:lnTo>
                    <a:pt x="337718" y="770293"/>
                  </a:lnTo>
                  <a:lnTo>
                    <a:pt x="337718" y="821969"/>
                  </a:lnTo>
                  <a:lnTo>
                    <a:pt x="318909" y="825766"/>
                  </a:lnTo>
                  <a:lnTo>
                    <a:pt x="303542" y="836129"/>
                  </a:lnTo>
                  <a:lnTo>
                    <a:pt x="293179" y="851496"/>
                  </a:lnTo>
                  <a:lnTo>
                    <a:pt x="289382" y="870292"/>
                  </a:lnTo>
                  <a:lnTo>
                    <a:pt x="289382" y="1039456"/>
                  </a:lnTo>
                  <a:lnTo>
                    <a:pt x="293179" y="1058278"/>
                  </a:lnTo>
                  <a:lnTo>
                    <a:pt x="303542" y="1073645"/>
                  </a:lnTo>
                  <a:lnTo>
                    <a:pt x="318909" y="1083995"/>
                  </a:lnTo>
                  <a:lnTo>
                    <a:pt x="337718" y="1087793"/>
                  </a:lnTo>
                  <a:lnTo>
                    <a:pt x="434378" y="1087793"/>
                  </a:lnTo>
                  <a:lnTo>
                    <a:pt x="453186" y="1083995"/>
                  </a:lnTo>
                  <a:lnTo>
                    <a:pt x="468553" y="1073645"/>
                  </a:lnTo>
                  <a:lnTo>
                    <a:pt x="478917" y="1058278"/>
                  </a:lnTo>
                  <a:lnTo>
                    <a:pt x="482714" y="1039456"/>
                  </a:lnTo>
                  <a:lnTo>
                    <a:pt x="482714" y="870292"/>
                  </a:lnTo>
                  <a:lnTo>
                    <a:pt x="478917" y="851496"/>
                  </a:lnTo>
                  <a:lnTo>
                    <a:pt x="468553" y="836129"/>
                  </a:lnTo>
                  <a:lnTo>
                    <a:pt x="453186" y="825766"/>
                  </a:lnTo>
                  <a:lnTo>
                    <a:pt x="434378" y="821969"/>
                  </a:lnTo>
                  <a:lnTo>
                    <a:pt x="434378" y="770293"/>
                  </a:lnTo>
                  <a:lnTo>
                    <a:pt x="480098" y="761746"/>
                  </a:lnTo>
                  <a:lnTo>
                    <a:pt x="523595" y="748118"/>
                  </a:lnTo>
                  <a:lnTo>
                    <a:pt x="564553" y="729754"/>
                  </a:lnTo>
                  <a:lnTo>
                    <a:pt x="602716" y="706996"/>
                  </a:lnTo>
                  <a:lnTo>
                    <a:pt x="637768" y="680199"/>
                  </a:lnTo>
                  <a:lnTo>
                    <a:pt x="669442" y="649719"/>
                  </a:lnTo>
                  <a:lnTo>
                    <a:pt x="697433" y="615911"/>
                  </a:lnTo>
                  <a:lnTo>
                    <a:pt x="721461" y="579094"/>
                  </a:lnTo>
                  <a:lnTo>
                    <a:pt x="741222" y="539648"/>
                  </a:lnTo>
                  <a:lnTo>
                    <a:pt x="756450" y="497916"/>
                  </a:lnTo>
                  <a:lnTo>
                    <a:pt x="766838" y="454240"/>
                  </a:lnTo>
                  <a:lnTo>
                    <a:pt x="772096" y="408965"/>
                  </a:lnTo>
                  <a:close/>
                </a:path>
                <a:path w="1256665" h="1088389">
                  <a:moveTo>
                    <a:pt x="1256042" y="405422"/>
                  </a:moveTo>
                  <a:lnTo>
                    <a:pt x="1216672" y="426237"/>
                  </a:lnTo>
                  <a:lnTo>
                    <a:pt x="1174877" y="440867"/>
                  </a:lnTo>
                  <a:lnTo>
                    <a:pt x="1131366" y="449097"/>
                  </a:lnTo>
                  <a:lnTo>
                    <a:pt x="1086878" y="450748"/>
                  </a:lnTo>
                  <a:lnTo>
                    <a:pt x="1042377" y="449097"/>
                  </a:lnTo>
                  <a:lnTo>
                    <a:pt x="998867" y="440867"/>
                  </a:lnTo>
                  <a:lnTo>
                    <a:pt x="957072" y="426237"/>
                  </a:lnTo>
                  <a:lnTo>
                    <a:pt x="917714" y="405422"/>
                  </a:lnTo>
                  <a:lnTo>
                    <a:pt x="917714" y="451421"/>
                  </a:lnTo>
                  <a:lnTo>
                    <a:pt x="931011" y="482777"/>
                  </a:lnTo>
                  <a:lnTo>
                    <a:pt x="967257" y="508381"/>
                  </a:lnTo>
                  <a:lnTo>
                    <a:pt x="1021029" y="525640"/>
                  </a:lnTo>
                  <a:lnTo>
                    <a:pt x="1086878" y="531977"/>
                  </a:lnTo>
                  <a:lnTo>
                    <a:pt x="1152715" y="525640"/>
                  </a:lnTo>
                  <a:lnTo>
                    <a:pt x="1206487" y="508381"/>
                  </a:lnTo>
                  <a:lnTo>
                    <a:pt x="1242745" y="482777"/>
                  </a:lnTo>
                  <a:lnTo>
                    <a:pt x="1256042" y="451421"/>
                  </a:lnTo>
                  <a:lnTo>
                    <a:pt x="1256042" y="405422"/>
                  </a:lnTo>
                  <a:close/>
                </a:path>
                <a:path w="1256665" h="1088389">
                  <a:moveTo>
                    <a:pt x="1256042" y="281228"/>
                  </a:moveTo>
                  <a:lnTo>
                    <a:pt x="1216672" y="302056"/>
                  </a:lnTo>
                  <a:lnTo>
                    <a:pt x="1174877" y="316687"/>
                  </a:lnTo>
                  <a:lnTo>
                    <a:pt x="1131366" y="324916"/>
                  </a:lnTo>
                  <a:lnTo>
                    <a:pt x="1086878" y="326555"/>
                  </a:lnTo>
                  <a:lnTo>
                    <a:pt x="1042377" y="324916"/>
                  </a:lnTo>
                  <a:lnTo>
                    <a:pt x="998867" y="316687"/>
                  </a:lnTo>
                  <a:lnTo>
                    <a:pt x="957072" y="302056"/>
                  </a:lnTo>
                  <a:lnTo>
                    <a:pt x="917714" y="281228"/>
                  </a:lnTo>
                  <a:lnTo>
                    <a:pt x="917714" y="351421"/>
                  </a:lnTo>
                  <a:lnTo>
                    <a:pt x="940130" y="373849"/>
                  </a:lnTo>
                  <a:lnTo>
                    <a:pt x="977239" y="392925"/>
                  </a:lnTo>
                  <a:lnTo>
                    <a:pt x="1026871" y="406171"/>
                  </a:lnTo>
                  <a:lnTo>
                    <a:pt x="1086878" y="411137"/>
                  </a:lnTo>
                  <a:lnTo>
                    <a:pt x="1146873" y="406171"/>
                  </a:lnTo>
                  <a:lnTo>
                    <a:pt x="1196517" y="392925"/>
                  </a:lnTo>
                  <a:lnTo>
                    <a:pt x="1233627" y="373849"/>
                  </a:lnTo>
                  <a:lnTo>
                    <a:pt x="1256042" y="351421"/>
                  </a:lnTo>
                  <a:lnTo>
                    <a:pt x="1256042" y="281228"/>
                  </a:lnTo>
                  <a:close/>
                </a:path>
                <a:path w="1256665" h="1088389">
                  <a:moveTo>
                    <a:pt x="1256042" y="161861"/>
                  </a:moveTo>
                  <a:lnTo>
                    <a:pt x="1225943" y="182206"/>
                  </a:lnTo>
                  <a:lnTo>
                    <a:pt x="1186408" y="197967"/>
                  </a:lnTo>
                  <a:lnTo>
                    <a:pt x="1139393" y="208153"/>
                  </a:lnTo>
                  <a:lnTo>
                    <a:pt x="1086878" y="211772"/>
                  </a:lnTo>
                  <a:lnTo>
                    <a:pt x="1034351" y="208153"/>
                  </a:lnTo>
                  <a:lnTo>
                    <a:pt x="987336" y="197967"/>
                  </a:lnTo>
                  <a:lnTo>
                    <a:pt x="947801" y="182206"/>
                  </a:lnTo>
                  <a:lnTo>
                    <a:pt x="917714" y="161861"/>
                  </a:lnTo>
                  <a:lnTo>
                    <a:pt x="917714" y="230581"/>
                  </a:lnTo>
                  <a:lnTo>
                    <a:pt x="940130" y="253009"/>
                  </a:lnTo>
                  <a:lnTo>
                    <a:pt x="977239" y="272084"/>
                  </a:lnTo>
                  <a:lnTo>
                    <a:pt x="1026871" y="285343"/>
                  </a:lnTo>
                  <a:lnTo>
                    <a:pt x="1086878" y="290309"/>
                  </a:lnTo>
                  <a:lnTo>
                    <a:pt x="1146873" y="285343"/>
                  </a:lnTo>
                  <a:lnTo>
                    <a:pt x="1196517" y="272084"/>
                  </a:lnTo>
                  <a:lnTo>
                    <a:pt x="1233627" y="253009"/>
                  </a:lnTo>
                  <a:lnTo>
                    <a:pt x="1256042" y="230581"/>
                  </a:lnTo>
                  <a:lnTo>
                    <a:pt x="1256042" y="161861"/>
                  </a:lnTo>
                  <a:close/>
                </a:path>
                <a:path w="1256665" h="1088389">
                  <a:moveTo>
                    <a:pt x="1256042" y="96977"/>
                  </a:moveTo>
                  <a:lnTo>
                    <a:pt x="1242745" y="68757"/>
                  </a:lnTo>
                  <a:lnTo>
                    <a:pt x="1206487" y="45707"/>
                  </a:lnTo>
                  <a:lnTo>
                    <a:pt x="1152715" y="30175"/>
                  </a:lnTo>
                  <a:lnTo>
                    <a:pt x="1086878" y="24472"/>
                  </a:lnTo>
                  <a:lnTo>
                    <a:pt x="1021029" y="30175"/>
                  </a:lnTo>
                  <a:lnTo>
                    <a:pt x="967257" y="45707"/>
                  </a:lnTo>
                  <a:lnTo>
                    <a:pt x="930998" y="68757"/>
                  </a:lnTo>
                  <a:lnTo>
                    <a:pt x="917714" y="96977"/>
                  </a:lnTo>
                  <a:lnTo>
                    <a:pt x="930998" y="125196"/>
                  </a:lnTo>
                  <a:lnTo>
                    <a:pt x="967257" y="148247"/>
                  </a:lnTo>
                  <a:lnTo>
                    <a:pt x="1021029" y="163791"/>
                  </a:lnTo>
                  <a:lnTo>
                    <a:pt x="1086878" y="169481"/>
                  </a:lnTo>
                  <a:lnTo>
                    <a:pt x="1152715" y="163791"/>
                  </a:lnTo>
                  <a:lnTo>
                    <a:pt x="1206487" y="148247"/>
                  </a:lnTo>
                  <a:lnTo>
                    <a:pt x="1242745" y="125196"/>
                  </a:lnTo>
                  <a:lnTo>
                    <a:pt x="1256042" y="96977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6123206" y="3376594"/>
            <a:ext cx="1708150" cy="1485900"/>
          </a:xfrm>
          <a:custGeom>
            <a:avLst/>
            <a:gdLst/>
            <a:ahLst/>
            <a:cxnLst/>
            <a:rect l="l" t="t" r="r" b="b"/>
            <a:pathLst>
              <a:path w="1708150" h="1485900">
                <a:moveTo>
                  <a:pt x="623709" y="114300"/>
                </a:moveTo>
                <a:lnTo>
                  <a:pt x="174447" y="114300"/>
                </a:lnTo>
                <a:lnTo>
                  <a:pt x="174447" y="254000"/>
                </a:lnTo>
                <a:lnTo>
                  <a:pt x="169175" y="279400"/>
                </a:lnTo>
                <a:lnTo>
                  <a:pt x="154879" y="292100"/>
                </a:lnTo>
                <a:lnTo>
                  <a:pt x="133692" y="304800"/>
                </a:lnTo>
                <a:lnTo>
                  <a:pt x="107746" y="317500"/>
                </a:lnTo>
                <a:lnTo>
                  <a:pt x="0" y="317500"/>
                </a:lnTo>
                <a:lnTo>
                  <a:pt x="0" y="1473200"/>
                </a:lnTo>
                <a:lnTo>
                  <a:pt x="1499" y="1485900"/>
                </a:lnTo>
                <a:lnTo>
                  <a:pt x="1081010" y="1485900"/>
                </a:lnTo>
                <a:lnTo>
                  <a:pt x="1082509" y="1473200"/>
                </a:lnTo>
                <a:lnTo>
                  <a:pt x="1082509" y="1422400"/>
                </a:lnTo>
                <a:lnTo>
                  <a:pt x="617848" y="1422400"/>
                </a:lnTo>
                <a:lnTo>
                  <a:pt x="596660" y="1409700"/>
                </a:lnTo>
                <a:lnTo>
                  <a:pt x="589510" y="1397000"/>
                </a:lnTo>
                <a:lnTo>
                  <a:pt x="186043" y="1397000"/>
                </a:lnTo>
                <a:lnTo>
                  <a:pt x="148392" y="1384300"/>
                </a:lnTo>
                <a:lnTo>
                  <a:pt x="116509" y="1346200"/>
                </a:lnTo>
                <a:lnTo>
                  <a:pt x="94537" y="1308100"/>
                </a:lnTo>
                <a:lnTo>
                  <a:pt x="84682" y="1270000"/>
                </a:lnTo>
                <a:lnTo>
                  <a:pt x="86802" y="1231900"/>
                </a:lnTo>
                <a:lnTo>
                  <a:pt x="100753" y="1193800"/>
                </a:lnTo>
                <a:lnTo>
                  <a:pt x="126390" y="1155700"/>
                </a:lnTo>
                <a:lnTo>
                  <a:pt x="161039" y="1130300"/>
                </a:lnTo>
                <a:lnTo>
                  <a:pt x="200267" y="1117600"/>
                </a:lnTo>
                <a:lnTo>
                  <a:pt x="577075" y="1117600"/>
                </a:lnTo>
                <a:lnTo>
                  <a:pt x="577075" y="1041400"/>
                </a:lnTo>
                <a:lnTo>
                  <a:pt x="226707" y="1041400"/>
                </a:lnTo>
                <a:lnTo>
                  <a:pt x="186053" y="1028700"/>
                </a:lnTo>
                <a:lnTo>
                  <a:pt x="148410" y="1016000"/>
                </a:lnTo>
                <a:lnTo>
                  <a:pt x="116535" y="990600"/>
                </a:lnTo>
                <a:lnTo>
                  <a:pt x="94563" y="952500"/>
                </a:lnTo>
                <a:lnTo>
                  <a:pt x="84711" y="914400"/>
                </a:lnTo>
                <a:lnTo>
                  <a:pt x="86833" y="863600"/>
                </a:lnTo>
                <a:lnTo>
                  <a:pt x="100783" y="825500"/>
                </a:lnTo>
                <a:lnTo>
                  <a:pt x="161063" y="774700"/>
                </a:lnTo>
                <a:lnTo>
                  <a:pt x="200287" y="762000"/>
                </a:lnTo>
                <a:lnTo>
                  <a:pt x="241306" y="749300"/>
                </a:lnTo>
                <a:lnTo>
                  <a:pt x="577075" y="749300"/>
                </a:lnTo>
                <a:lnTo>
                  <a:pt x="577075" y="673100"/>
                </a:lnTo>
                <a:lnTo>
                  <a:pt x="98628" y="673100"/>
                </a:lnTo>
                <a:lnTo>
                  <a:pt x="90690" y="660400"/>
                </a:lnTo>
                <a:lnTo>
                  <a:pt x="85418" y="660400"/>
                </a:lnTo>
                <a:lnTo>
                  <a:pt x="83661" y="647700"/>
                </a:lnTo>
                <a:lnTo>
                  <a:pt x="85418" y="635000"/>
                </a:lnTo>
                <a:lnTo>
                  <a:pt x="90690" y="635000"/>
                </a:lnTo>
                <a:lnTo>
                  <a:pt x="110134" y="609600"/>
                </a:lnTo>
                <a:lnTo>
                  <a:pt x="90724" y="571500"/>
                </a:lnTo>
                <a:lnTo>
                  <a:pt x="84254" y="533400"/>
                </a:lnTo>
                <a:lnTo>
                  <a:pt x="90724" y="482600"/>
                </a:lnTo>
                <a:lnTo>
                  <a:pt x="110134" y="444500"/>
                </a:lnTo>
                <a:lnTo>
                  <a:pt x="90690" y="431800"/>
                </a:lnTo>
                <a:lnTo>
                  <a:pt x="85418" y="419100"/>
                </a:lnTo>
                <a:lnTo>
                  <a:pt x="83661" y="406400"/>
                </a:lnTo>
                <a:lnTo>
                  <a:pt x="85418" y="406400"/>
                </a:lnTo>
                <a:lnTo>
                  <a:pt x="90690" y="393700"/>
                </a:lnTo>
                <a:lnTo>
                  <a:pt x="577094" y="393700"/>
                </a:lnTo>
                <a:lnTo>
                  <a:pt x="577202" y="177800"/>
                </a:lnTo>
                <a:lnTo>
                  <a:pt x="577418" y="165100"/>
                </a:lnTo>
                <a:lnTo>
                  <a:pt x="583120" y="165100"/>
                </a:lnTo>
                <a:lnTo>
                  <a:pt x="583857" y="152400"/>
                </a:lnTo>
                <a:lnTo>
                  <a:pt x="623709" y="114300"/>
                </a:lnTo>
                <a:close/>
              </a:path>
              <a:path w="1708150" h="1485900">
                <a:moveTo>
                  <a:pt x="577075" y="1130300"/>
                </a:moveTo>
                <a:lnTo>
                  <a:pt x="370230" y="1130300"/>
                </a:lnTo>
                <a:lnTo>
                  <a:pt x="375825" y="1143000"/>
                </a:lnTo>
                <a:lnTo>
                  <a:pt x="377971" y="1143000"/>
                </a:lnTo>
                <a:lnTo>
                  <a:pt x="376620" y="1155700"/>
                </a:lnTo>
                <a:lnTo>
                  <a:pt x="371729" y="1168400"/>
                </a:lnTo>
                <a:lnTo>
                  <a:pt x="348348" y="1193800"/>
                </a:lnTo>
                <a:lnTo>
                  <a:pt x="363745" y="1231900"/>
                </a:lnTo>
                <a:lnTo>
                  <a:pt x="366596" y="1270000"/>
                </a:lnTo>
                <a:lnTo>
                  <a:pt x="357516" y="1308100"/>
                </a:lnTo>
                <a:lnTo>
                  <a:pt x="337122" y="1346200"/>
                </a:lnTo>
                <a:lnTo>
                  <a:pt x="306031" y="1371600"/>
                </a:lnTo>
                <a:lnTo>
                  <a:pt x="267620" y="1397000"/>
                </a:lnTo>
                <a:lnTo>
                  <a:pt x="589510" y="1397000"/>
                </a:lnTo>
                <a:lnTo>
                  <a:pt x="582361" y="1384300"/>
                </a:lnTo>
                <a:lnTo>
                  <a:pt x="577088" y="1358900"/>
                </a:lnTo>
                <a:lnTo>
                  <a:pt x="577088" y="1333500"/>
                </a:lnTo>
                <a:lnTo>
                  <a:pt x="440485" y="1333500"/>
                </a:lnTo>
                <a:lnTo>
                  <a:pt x="435338" y="1320800"/>
                </a:lnTo>
                <a:lnTo>
                  <a:pt x="433451" y="1308100"/>
                </a:lnTo>
                <a:lnTo>
                  <a:pt x="435338" y="1295400"/>
                </a:lnTo>
                <a:lnTo>
                  <a:pt x="440485" y="1295400"/>
                </a:lnTo>
                <a:lnTo>
                  <a:pt x="448115" y="1282700"/>
                </a:lnTo>
                <a:lnTo>
                  <a:pt x="577075" y="1282700"/>
                </a:lnTo>
                <a:lnTo>
                  <a:pt x="577075" y="1206500"/>
                </a:lnTo>
                <a:lnTo>
                  <a:pt x="440485" y="1206500"/>
                </a:lnTo>
                <a:lnTo>
                  <a:pt x="435338" y="1193800"/>
                </a:lnTo>
                <a:lnTo>
                  <a:pt x="433451" y="1181100"/>
                </a:lnTo>
                <a:lnTo>
                  <a:pt x="435338" y="1181100"/>
                </a:lnTo>
                <a:lnTo>
                  <a:pt x="440485" y="1168400"/>
                </a:lnTo>
                <a:lnTo>
                  <a:pt x="577075" y="1168400"/>
                </a:lnTo>
                <a:lnTo>
                  <a:pt x="577075" y="1130300"/>
                </a:lnTo>
                <a:close/>
              </a:path>
              <a:path w="1708150" h="1485900">
                <a:moveTo>
                  <a:pt x="1706117" y="1358900"/>
                </a:moveTo>
                <a:lnTo>
                  <a:pt x="626580" y="1358900"/>
                </a:lnTo>
                <a:lnTo>
                  <a:pt x="630589" y="1371600"/>
                </a:lnTo>
                <a:lnTo>
                  <a:pt x="1702107" y="1371600"/>
                </a:lnTo>
                <a:lnTo>
                  <a:pt x="1706117" y="1358900"/>
                </a:lnTo>
                <a:close/>
              </a:path>
              <a:path w="1708150" h="1485900">
                <a:moveTo>
                  <a:pt x="255554" y="1168400"/>
                </a:moveTo>
                <a:lnTo>
                  <a:pt x="190794" y="1168400"/>
                </a:lnTo>
                <a:lnTo>
                  <a:pt x="162153" y="1193800"/>
                </a:lnTo>
                <a:lnTo>
                  <a:pt x="141855" y="1219200"/>
                </a:lnTo>
                <a:lnTo>
                  <a:pt x="132718" y="1244600"/>
                </a:lnTo>
                <a:lnTo>
                  <a:pt x="135082" y="1282700"/>
                </a:lnTo>
                <a:lnTo>
                  <a:pt x="149288" y="1308100"/>
                </a:lnTo>
                <a:lnTo>
                  <a:pt x="173527" y="1333500"/>
                </a:lnTo>
                <a:lnTo>
                  <a:pt x="203652" y="1346200"/>
                </a:lnTo>
                <a:lnTo>
                  <a:pt x="236494" y="1358900"/>
                </a:lnTo>
                <a:lnTo>
                  <a:pt x="268884" y="1346200"/>
                </a:lnTo>
                <a:lnTo>
                  <a:pt x="295584" y="1320800"/>
                </a:lnTo>
                <a:lnTo>
                  <a:pt x="304132" y="1308100"/>
                </a:lnTo>
                <a:lnTo>
                  <a:pt x="218452" y="1308100"/>
                </a:lnTo>
                <a:lnTo>
                  <a:pt x="165354" y="1270000"/>
                </a:lnTo>
                <a:lnTo>
                  <a:pt x="158561" y="1257300"/>
                </a:lnTo>
                <a:lnTo>
                  <a:pt x="154913" y="1257300"/>
                </a:lnTo>
                <a:lnTo>
                  <a:pt x="154652" y="1244600"/>
                </a:lnTo>
                <a:lnTo>
                  <a:pt x="158013" y="1231900"/>
                </a:lnTo>
                <a:lnTo>
                  <a:pt x="164532" y="1231900"/>
                </a:lnTo>
                <a:lnTo>
                  <a:pt x="172878" y="1219200"/>
                </a:lnTo>
                <a:lnTo>
                  <a:pt x="261937" y="1219200"/>
                </a:lnTo>
                <a:lnTo>
                  <a:pt x="285153" y="1193800"/>
                </a:lnTo>
                <a:lnTo>
                  <a:pt x="255554" y="1168400"/>
                </a:lnTo>
                <a:close/>
              </a:path>
              <a:path w="1708150" h="1485900">
                <a:moveTo>
                  <a:pt x="1706117" y="0"/>
                </a:moveTo>
                <a:lnTo>
                  <a:pt x="799515" y="0"/>
                </a:lnTo>
                <a:lnTo>
                  <a:pt x="799515" y="127000"/>
                </a:lnTo>
                <a:lnTo>
                  <a:pt x="794244" y="152400"/>
                </a:lnTo>
                <a:lnTo>
                  <a:pt x="779949" y="177800"/>
                </a:lnTo>
                <a:lnTo>
                  <a:pt x="758766" y="190500"/>
                </a:lnTo>
                <a:lnTo>
                  <a:pt x="732828" y="203200"/>
                </a:lnTo>
                <a:lnTo>
                  <a:pt x="625081" y="203200"/>
                </a:lnTo>
                <a:lnTo>
                  <a:pt x="625081" y="1358900"/>
                </a:lnTo>
                <a:lnTo>
                  <a:pt x="1707616" y="1358900"/>
                </a:lnTo>
                <a:lnTo>
                  <a:pt x="1707616" y="1282700"/>
                </a:lnTo>
                <a:lnTo>
                  <a:pt x="801136" y="1282700"/>
                </a:lnTo>
                <a:lnTo>
                  <a:pt x="764221" y="1257300"/>
                </a:lnTo>
                <a:lnTo>
                  <a:pt x="734504" y="1231900"/>
                </a:lnTo>
                <a:lnTo>
                  <a:pt x="715628" y="1193800"/>
                </a:lnTo>
                <a:lnTo>
                  <a:pt x="709366" y="1143000"/>
                </a:lnTo>
                <a:lnTo>
                  <a:pt x="715718" y="1104900"/>
                </a:lnTo>
                <a:lnTo>
                  <a:pt x="734682" y="1066800"/>
                </a:lnTo>
                <a:lnTo>
                  <a:pt x="764465" y="1041400"/>
                </a:lnTo>
                <a:lnTo>
                  <a:pt x="801425" y="1016000"/>
                </a:lnTo>
                <a:lnTo>
                  <a:pt x="842783" y="1003300"/>
                </a:lnTo>
                <a:lnTo>
                  <a:pt x="909023" y="1003300"/>
                </a:lnTo>
                <a:lnTo>
                  <a:pt x="962396" y="952500"/>
                </a:lnTo>
                <a:lnTo>
                  <a:pt x="851783" y="952500"/>
                </a:lnTo>
                <a:lnTo>
                  <a:pt x="811123" y="939800"/>
                </a:lnTo>
                <a:lnTo>
                  <a:pt x="773473" y="927100"/>
                </a:lnTo>
                <a:lnTo>
                  <a:pt x="741591" y="901700"/>
                </a:lnTo>
                <a:lnTo>
                  <a:pt x="719624" y="863600"/>
                </a:lnTo>
                <a:lnTo>
                  <a:pt x="709774" y="825500"/>
                </a:lnTo>
                <a:lnTo>
                  <a:pt x="711895" y="774700"/>
                </a:lnTo>
                <a:lnTo>
                  <a:pt x="725847" y="736600"/>
                </a:lnTo>
                <a:lnTo>
                  <a:pt x="751484" y="711200"/>
                </a:lnTo>
                <a:lnTo>
                  <a:pt x="786127" y="685800"/>
                </a:lnTo>
                <a:lnTo>
                  <a:pt x="825351" y="673100"/>
                </a:lnTo>
                <a:lnTo>
                  <a:pt x="1251183" y="673100"/>
                </a:lnTo>
                <a:lnTo>
                  <a:pt x="1276375" y="647700"/>
                </a:lnTo>
                <a:lnTo>
                  <a:pt x="1295820" y="635000"/>
                </a:lnTo>
                <a:lnTo>
                  <a:pt x="1707616" y="635000"/>
                </a:lnTo>
                <a:lnTo>
                  <a:pt x="1707616" y="609600"/>
                </a:lnTo>
                <a:lnTo>
                  <a:pt x="811123" y="609600"/>
                </a:lnTo>
                <a:lnTo>
                  <a:pt x="773473" y="584200"/>
                </a:lnTo>
                <a:lnTo>
                  <a:pt x="741591" y="558800"/>
                </a:lnTo>
                <a:lnTo>
                  <a:pt x="719624" y="520700"/>
                </a:lnTo>
                <a:lnTo>
                  <a:pt x="709774" y="482600"/>
                </a:lnTo>
                <a:lnTo>
                  <a:pt x="711895" y="444500"/>
                </a:lnTo>
                <a:lnTo>
                  <a:pt x="725847" y="406400"/>
                </a:lnTo>
                <a:lnTo>
                  <a:pt x="751484" y="368300"/>
                </a:lnTo>
                <a:lnTo>
                  <a:pt x="786127" y="342900"/>
                </a:lnTo>
                <a:lnTo>
                  <a:pt x="825351" y="330200"/>
                </a:lnTo>
                <a:lnTo>
                  <a:pt x="1707616" y="330200"/>
                </a:lnTo>
                <a:lnTo>
                  <a:pt x="1707616" y="12700"/>
                </a:lnTo>
                <a:lnTo>
                  <a:pt x="1706117" y="0"/>
                </a:lnTo>
                <a:close/>
              </a:path>
              <a:path w="1708150" h="1485900">
                <a:moveTo>
                  <a:pt x="313347" y="1231900"/>
                </a:moveTo>
                <a:lnTo>
                  <a:pt x="249770" y="1295400"/>
                </a:lnTo>
                <a:lnTo>
                  <a:pt x="243096" y="1308100"/>
                </a:lnTo>
                <a:lnTo>
                  <a:pt x="304132" y="1308100"/>
                </a:lnTo>
                <a:lnTo>
                  <a:pt x="312680" y="1295400"/>
                </a:lnTo>
                <a:lnTo>
                  <a:pt x="318994" y="1257300"/>
                </a:lnTo>
                <a:lnTo>
                  <a:pt x="313347" y="1231900"/>
                </a:lnTo>
                <a:close/>
              </a:path>
              <a:path w="1708150" h="1485900">
                <a:moveTo>
                  <a:pt x="1707616" y="635000"/>
                </a:moveTo>
                <a:lnTo>
                  <a:pt x="1339168" y="635000"/>
                </a:lnTo>
                <a:lnTo>
                  <a:pt x="1357871" y="660400"/>
                </a:lnTo>
                <a:lnTo>
                  <a:pt x="1411693" y="711200"/>
                </a:lnTo>
                <a:lnTo>
                  <a:pt x="1616011" y="711200"/>
                </a:lnTo>
                <a:lnTo>
                  <a:pt x="1620367" y="723900"/>
                </a:lnTo>
                <a:lnTo>
                  <a:pt x="1622817" y="723900"/>
                </a:lnTo>
                <a:lnTo>
                  <a:pt x="1623634" y="736600"/>
                </a:lnTo>
                <a:lnTo>
                  <a:pt x="1622817" y="736600"/>
                </a:lnTo>
                <a:lnTo>
                  <a:pt x="1620367" y="749300"/>
                </a:lnTo>
                <a:lnTo>
                  <a:pt x="1616011" y="749300"/>
                </a:lnTo>
                <a:lnTo>
                  <a:pt x="1607985" y="762000"/>
                </a:lnTo>
                <a:lnTo>
                  <a:pt x="1426057" y="762000"/>
                </a:lnTo>
                <a:lnTo>
                  <a:pt x="1423829" y="774700"/>
                </a:lnTo>
                <a:lnTo>
                  <a:pt x="1420139" y="774700"/>
                </a:lnTo>
                <a:lnTo>
                  <a:pt x="1415077" y="787400"/>
                </a:lnTo>
                <a:lnTo>
                  <a:pt x="1408734" y="787400"/>
                </a:lnTo>
                <a:lnTo>
                  <a:pt x="1364234" y="838200"/>
                </a:lnTo>
                <a:lnTo>
                  <a:pt x="1616011" y="838200"/>
                </a:lnTo>
                <a:lnTo>
                  <a:pt x="1620367" y="850900"/>
                </a:lnTo>
                <a:lnTo>
                  <a:pt x="1622817" y="850900"/>
                </a:lnTo>
                <a:lnTo>
                  <a:pt x="1623634" y="863600"/>
                </a:lnTo>
                <a:lnTo>
                  <a:pt x="1622817" y="863600"/>
                </a:lnTo>
                <a:lnTo>
                  <a:pt x="1620367" y="876300"/>
                </a:lnTo>
                <a:lnTo>
                  <a:pt x="1313370" y="876300"/>
                </a:lnTo>
                <a:lnTo>
                  <a:pt x="1134529" y="1054100"/>
                </a:lnTo>
                <a:lnTo>
                  <a:pt x="1615833" y="1054100"/>
                </a:lnTo>
                <a:lnTo>
                  <a:pt x="1620126" y="1066800"/>
                </a:lnTo>
                <a:lnTo>
                  <a:pt x="1622533" y="1066800"/>
                </a:lnTo>
                <a:lnTo>
                  <a:pt x="1623336" y="1079500"/>
                </a:lnTo>
                <a:lnTo>
                  <a:pt x="1622533" y="1079500"/>
                </a:lnTo>
                <a:lnTo>
                  <a:pt x="1620126" y="1092200"/>
                </a:lnTo>
                <a:lnTo>
                  <a:pt x="1615833" y="1092200"/>
                </a:lnTo>
                <a:lnTo>
                  <a:pt x="1607908" y="1104900"/>
                </a:lnTo>
                <a:lnTo>
                  <a:pt x="1083678" y="1104900"/>
                </a:lnTo>
                <a:lnTo>
                  <a:pt x="1030109" y="1155700"/>
                </a:lnTo>
                <a:lnTo>
                  <a:pt x="1022705" y="1155700"/>
                </a:lnTo>
                <a:lnTo>
                  <a:pt x="991184" y="1168400"/>
                </a:lnTo>
                <a:lnTo>
                  <a:pt x="980011" y="1206500"/>
                </a:lnTo>
                <a:lnTo>
                  <a:pt x="957370" y="1244600"/>
                </a:lnTo>
                <a:lnTo>
                  <a:pt x="925204" y="1270000"/>
                </a:lnTo>
                <a:lnTo>
                  <a:pt x="885456" y="1282700"/>
                </a:lnTo>
                <a:lnTo>
                  <a:pt x="1707616" y="1282700"/>
                </a:lnTo>
                <a:lnTo>
                  <a:pt x="1707616" y="1219200"/>
                </a:lnTo>
                <a:lnTo>
                  <a:pt x="1065561" y="1219200"/>
                </a:lnTo>
                <a:lnTo>
                  <a:pt x="1060418" y="1206500"/>
                </a:lnTo>
                <a:lnTo>
                  <a:pt x="1058532" y="1193800"/>
                </a:lnTo>
                <a:lnTo>
                  <a:pt x="1060418" y="1193800"/>
                </a:lnTo>
                <a:lnTo>
                  <a:pt x="1065561" y="1181100"/>
                </a:lnTo>
                <a:lnTo>
                  <a:pt x="1073191" y="1181100"/>
                </a:lnTo>
                <a:lnTo>
                  <a:pt x="1082535" y="1168400"/>
                </a:lnTo>
                <a:lnTo>
                  <a:pt x="1707616" y="1168400"/>
                </a:lnTo>
                <a:lnTo>
                  <a:pt x="1707616" y="635000"/>
                </a:lnTo>
                <a:close/>
              </a:path>
              <a:path w="1708150" h="1485900">
                <a:moveTo>
                  <a:pt x="261937" y="1219200"/>
                </a:moveTo>
                <a:lnTo>
                  <a:pt x="182005" y="1219200"/>
                </a:lnTo>
                <a:lnTo>
                  <a:pt x="190868" y="1231900"/>
                </a:lnTo>
                <a:lnTo>
                  <a:pt x="227114" y="1257300"/>
                </a:lnTo>
                <a:lnTo>
                  <a:pt x="261937" y="1219200"/>
                </a:lnTo>
                <a:close/>
              </a:path>
              <a:path w="1708150" h="1485900">
                <a:moveTo>
                  <a:pt x="877201" y="1054100"/>
                </a:moveTo>
                <a:lnTo>
                  <a:pt x="837390" y="1054100"/>
                </a:lnTo>
                <a:lnTo>
                  <a:pt x="803994" y="1066800"/>
                </a:lnTo>
                <a:lnTo>
                  <a:pt x="777324" y="1092200"/>
                </a:lnTo>
                <a:lnTo>
                  <a:pt x="760933" y="1117600"/>
                </a:lnTo>
                <a:lnTo>
                  <a:pt x="758365" y="1155700"/>
                </a:lnTo>
                <a:lnTo>
                  <a:pt x="769480" y="1193800"/>
                </a:lnTo>
                <a:lnTo>
                  <a:pt x="792272" y="1219200"/>
                </a:lnTo>
                <a:lnTo>
                  <a:pt x="824738" y="1231900"/>
                </a:lnTo>
                <a:lnTo>
                  <a:pt x="861225" y="1244600"/>
                </a:lnTo>
                <a:lnTo>
                  <a:pt x="894991" y="1231900"/>
                </a:lnTo>
                <a:lnTo>
                  <a:pt x="922418" y="1206500"/>
                </a:lnTo>
                <a:lnTo>
                  <a:pt x="931153" y="1193800"/>
                </a:lnTo>
                <a:lnTo>
                  <a:pt x="855049" y="1193800"/>
                </a:lnTo>
                <a:lnTo>
                  <a:pt x="850125" y="1181100"/>
                </a:lnTo>
                <a:lnTo>
                  <a:pt x="846483" y="1181100"/>
                </a:lnTo>
                <a:lnTo>
                  <a:pt x="844421" y="1168400"/>
                </a:lnTo>
                <a:lnTo>
                  <a:pt x="844004" y="1168400"/>
                </a:lnTo>
                <a:lnTo>
                  <a:pt x="845299" y="1155700"/>
                </a:lnTo>
                <a:lnTo>
                  <a:pt x="866546" y="1092200"/>
                </a:lnTo>
                <a:lnTo>
                  <a:pt x="867270" y="1092200"/>
                </a:lnTo>
                <a:lnTo>
                  <a:pt x="877201" y="1054100"/>
                </a:lnTo>
                <a:close/>
              </a:path>
              <a:path w="1708150" h="1485900">
                <a:moveTo>
                  <a:pt x="1523873" y="1193800"/>
                </a:moveTo>
                <a:lnTo>
                  <a:pt x="1484007" y="1193800"/>
                </a:lnTo>
                <a:lnTo>
                  <a:pt x="1482121" y="1206500"/>
                </a:lnTo>
                <a:lnTo>
                  <a:pt x="1476978" y="1219200"/>
                </a:lnTo>
                <a:lnTo>
                  <a:pt x="1530902" y="1219200"/>
                </a:lnTo>
                <a:lnTo>
                  <a:pt x="1525758" y="1206500"/>
                </a:lnTo>
                <a:lnTo>
                  <a:pt x="1523873" y="1193800"/>
                </a:lnTo>
                <a:close/>
              </a:path>
              <a:path w="1708150" h="1485900">
                <a:moveTo>
                  <a:pt x="1707616" y="1168400"/>
                </a:moveTo>
                <a:lnTo>
                  <a:pt x="1599336" y="1168400"/>
                </a:lnTo>
                <a:lnTo>
                  <a:pt x="1608680" y="1181100"/>
                </a:lnTo>
                <a:lnTo>
                  <a:pt x="1616309" y="1181100"/>
                </a:lnTo>
                <a:lnTo>
                  <a:pt x="1621453" y="1193800"/>
                </a:lnTo>
                <a:lnTo>
                  <a:pt x="1623339" y="1193800"/>
                </a:lnTo>
                <a:lnTo>
                  <a:pt x="1621453" y="1206500"/>
                </a:lnTo>
                <a:lnTo>
                  <a:pt x="1616309" y="1219200"/>
                </a:lnTo>
                <a:lnTo>
                  <a:pt x="1707616" y="1219200"/>
                </a:lnTo>
                <a:lnTo>
                  <a:pt x="1707616" y="1168400"/>
                </a:lnTo>
                <a:close/>
              </a:path>
              <a:path w="1708150" h="1485900">
                <a:moveTo>
                  <a:pt x="939888" y="1181100"/>
                </a:moveTo>
                <a:lnTo>
                  <a:pt x="873480" y="1193800"/>
                </a:lnTo>
                <a:lnTo>
                  <a:pt x="931153" y="1193800"/>
                </a:lnTo>
                <a:lnTo>
                  <a:pt x="939888" y="1181100"/>
                </a:lnTo>
                <a:close/>
              </a:path>
              <a:path w="1708150" h="1485900">
                <a:moveTo>
                  <a:pt x="1530902" y="1181100"/>
                </a:moveTo>
                <a:lnTo>
                  <a:pt x="1476978" y="1181100"/>
                </a:lnTo>
                <a:lnTo>
                  <a:pt x="1482121" y="1193800"/>
                </a:lnTo>
                <a:lnTo>
                  <a:pt x="1525758" y="1193800"/>
                </a:lnTo>
                <a:lnTo>
                  <a:pt x="1530902" y="1181100"/>
                </a:lnTo>
                <a:close/>
              </a:path>
              <a:path w="1708150" h="1485900">
                <a:moveTo>
                  <a:pt x="1547876" y="1168400"/>
                </a:moveTo>
                <a:lnTo>
                  <a:pt x="1460004" y="1168400"/>
                </a:lnTo>
                <a:lnTo>
                  <a:pt x="1469348" y="1181100"/>
                </a:lnTo>
                <a:lnTo>
                  <a:pt x="1538531" y="1181100"/>
                </a:lnTo>
                <a:lnTo>
                  <a:pt x="1547876" y="1168400"/>
                </a:lnTo>
                <a:close/>
              </a:path>
              <a:path w="1708150" h="1485900">
                <a:moveTo>
                  <a:pt x="577075" y="1117600"/>
                </a:moveTo>
                <a:lnTo>
                  <a:pt x="241292" y="1117600"/>
                </a:lnTo>
                <a:lnTo>
                  <a:pt x="281330" y="1130300"/>
                </a:lnTo>
                <a:lnTo>
                  <a:pt x="317601" y="1155700"/>
                </a:lnTo>
                <a:lnTo>
                  <a:pt x="336473" y="1130300"/>
                </a:lnTo>
                <a:lnTo>
                  <a:pt x="577075" y="1130300"/>
                </a:lnTo>
                <a:lnTo>
                  <a:pt x="577075" y="1117600"/>
                </a:lnTo>
                <a:close/>
              </a:path>
              <a:path w="1708150" h="1485900">
                <a:moveTo>
                  <a:pt x="922655" y="1066800"/>
                </a:moveTo>
                <a:lnTo>
                  <a:pt x="912406" y="1104900"/>
                </a:lnTo>
                <a:lnTo>
                  <a:pt x="902792" y="1130300"/>
                </a:lnTo>
                <a:lnTo>
                  <a:pt x="934707" y="1130300"/>
                </a:lnTo>
                <a:lnTo>
                  <a:pt x="966635" y="1117600"/>
                </a:lnTo>
                <a:lnTo>
                  <a:pt x="922655" y="1066800"/>
                </a:lnTo>
                <a:close/>
              </a:path>
              <a:path w="1708150" h="1485900">
                <a:moveTo>
                  <a:pt x="1377784" y="749300"/>
                </a:moveTo>
                <a:lnTo>
                  <a:pt x="1238072" y="749300"/>
                </a:lnTo>
                <a:lnTo>
                  <a:pt x="946861" y="1028700"/>
                </a:lnTo>
                <a:lnTo>
                  <a:pt x="1013536" y="1104900"/>
                </a:lnTo>
                <a:lnTo>
                  <a:pt x="1377784" y="749300"/>
                </a:lnTo>
                <a:close/>
              </a:path>
              <a:path w="1708150" h="1485900">
                <a:moveTo>
                  <a:pt x="440485" y="800100"/>
                </a:moveTo>
                <a:lnTo>
                  <a:pt x="371729" y="800100"/>
                </a:lnTo>
                <a:lnTo>
                  <a:pt x="348348" y="825500"/>
                </a:lnTo>
                <a:lnTo>
                  <a:pt x="363739" y="863600"/>
                </a:lnTo>
                <a:lnTo>
                  <a:pt x="366586" y="901700"/>
                </a:lnTo>
                <a:lnTo>
                  <a:pt x="357504" y="939800"/>
                </a:lnTo>
                <a:lnTo>
                  <a:pt x="337109" y="977900"/>
                </a:lnTo>
                <a:lnTo>
                  <a:pt x="306019" y="1016000"/>
                </a:lnTo>
                <a:lnTo>
                  <a:pt x="267615" y="1028700"/>
                </a:lnTo>
                <a:lnTo>
                  <a:pt x="226707" y="1041400"/>
                </a:lnTo>
                <a:lnTo>
                  <a:pt x="577075" y="1041400"/>
                </a:lnTo>
                <a:lnTo>
                  <a:pt x="577075" y="965200"/>
                </a:lnTo>
                <a:lnTo>
                  <a:pt x="440485" y="965200"/>
                </a:lnTo>
                <a:lnTo>
                  <a:pt x="435338" y="952500"/>
                </a:lnTo>
                <a:lnTo>
                  <a:pt x="433451" y="939800"/>
                </a:lnTo>
                <a:lnTo>
                  <a:pt x="435338" y="939800"/>
                </a:lnTo>
                <a:lnTo>
                  <a:pt x="440485" y="927100"/>
                </a:lnTo>
                <a:lnTo>
                  <a:pt x="577075" y="927100"/>
                </a:lnTo>
                <a:lnTo>
                  <a:pt x="577075" y="850900"/>
                </a:lnTo>
                <a:lnTo>
                  <a:pt x="457454" y="850900"/>
                </a:lnTo>
                <a:lnTo>
                  <a:pt x="448115" y="838200"/>
                </a:lnTo>
                <a:lnTo>
                  <a:pt x="440485" y="838200"/>
                </a:lnTo>
                <a:lnTo>
                  <a:pt x="435338" y="825500"/>
                </a:lnTo>
                <a:lnTo>
                  <a:pt x="433451" y="825500"/>
                </a:lnTo>
                <a:lnTo>
                  <a:pt x="435338" y="812800"/>
                </a:lnTo>
                <a:lnTo>
                  <a:pt x="440485" y="800100"/>
                </a:lnTo>
                <a:close/>
              </a:path>
              <a:path w="1708150" h="1485900">
                <a:moveTo>
                  <a:pt x="909023" y="1003300"/>
                </a:moveTo>
                <a:lnTo>
                  <a:pt x="842783" y="1003300"/>
                </a:lnTo>
                <a:lnTo>
                  <a:pt x="885761" y="1016000"/>
                </a:lnTo>
                <a:lnTo>
                  <a:pt x="895680" y="1016000"/>
                </a:lnTo>
                <a:lnTo>
                  <a:pt x="909023" y="1003300"/>
                </a:lnTo>
                <a:close/>
              </a:path>
              <a:path w="1708150" h="1485900">
                <a:moveTo>
                  <a:pt x="255556" y="800100"/>
                </a:moveTo>
                <a:lnTo>
                  <a:pt x="223021" y="800100"/>
                </a:lnTo>
                <a:lnTo>
                  <a:pt x="190805" y="812800"/>
                </a:lnTo>
                <a:lnTo>
                  <a:pt x="162166" y="825500"/>
                </a:lnTo>
                <a:lnTo>
                  <a:pt x="141873" y="850900"/>
                </a:lnTo>
                <a:lnTo>
                  <a:pt x="132735" y="889000"/>
                </a:lnTo>
                <a:lnTo>
                  <a:pt x="135096" y="914400"/>
                </a:lnTo>
                <a:lnTo>
                  <a:pt x="149301" y="952500"/>
                </a:lnTo>
                <a:lnTo>
                  <a:pt x="173540" y="977900"/>
                </a:lnTo>
                <a:lnTo>
                  <a:pt x="203665" y="990600"/>
                </a:lnTo>
                <a:lnTo>
                  <a:pt x="236506" y="990600"/>
                </a:lnTo>
                <a:lnTo>
                  <a:pt x="268897" y="977900"/>
                </a:lnTo>
                <a:lnTo>
                  <a:pt x="295589" y="952500"/>
                </a:lnTo>
                <a:lnTo>
                  <a:pt x="304135" y="939800"/>
                </a:lnTo>
                <a:lnTo>
                  <a:pt x="218452" y="939800"/>
                </a:lnTo>
                <a:lnTo>
                  <a:pt x="165354" y="901700"/>
                </a:lnTo>
                <a:lnTo>
                  <a:pt x="158561" y="901700"/>
                </a:lnTo>
                <a:lnTo>
                  <a:pt x="154913" y="889000"/>
                </a:lnTo>
                <a:lnTo>
                  <a:pt x="154652" y="876300"/>
                </a:lnTo>
                <a:lnTo>
                  <a:pt x="158013" y="876300"/>
                </a:lnTo>
                <a:lnTo>
                  <a:pt x="164532" y="863600"/>
                </a:lnTo>
                <a:lnTo>
                  <a:pt x="250322" y="863600"/>
                </a:lnTo>
                <a:lnTo>
                  <a:pt x="285153" y="825500"/>
                </a:lnTo>
                <a:lnTo>
                  <a:pt x="255556" y="800100"/>
                </a:lnTo>
                <a:close/>
              </a:path>
              <a:path w="1708150" h="1485900">
                <a:moveTo>
                  <a:pt x="1065860" y="711200"/>
                </a:moveTo>
                <a:lnTo>
                  <a:pt x="996797" y="711200"/>
                </a:lnTo>
                <a:lnTo>
                  <a:pt x="973416" y="736600"/>
                </a:lnTo>
                <a:lnTo>
                  <a:pt x="988815" y="774700"/>
                </a:lnTo>
                <a:lnTo>
                  <a:pt x="991668" y="812800"/>
                </a:lnTo>
                <a:lnTo>
                  <a:pt x="982590" y="863600"/>
                </a:lnTo>
                <a:lnTo>
                  <a:pt x="931100" y="927100"/>
                </a:lnTo>
                <a:lnTo>
                  <a:pt x="892695" y="939800"/>
                </a:lnTo>
                <a:lnTo>
                  <a:pt x="851783" y="952500"/>
                </a:lnTo>
                <a:lnTo>
                  <a:pt x="962396" y="952500"/>
                </a:lnTo>
                <a:lnTo>
                  <a:pt x="1162545" y="762000"/>
                </a:lnTo>
                <a:lnTo>
                  <a:pt x="1073886" y="762000"/>
                </a:lnTo>
                <a:lnTo>
                  <a:pt x="1065860" y="749300"/>
                </a:lnTo>
                <a:lnTo>
                  <a:pt x="1061504" y="749300"/>
                </a:lnTo>
                <a:lnTo>
                  <a:pt x="1059053" y="736600"/>
                </a:lnTo>
                <a:lnTo>
                  <a:pt x="1058237" y="736600"/>
                </a:lnTo>
                <a:lnTo>
                  <a:pt x="1059053" y="723900"/>
                </a:lnTo>
                <a:lnTo>
                  <a:pt x="1061504" y="723900"/>
                </a:lnTo>
                <a:lnTo>
                  <a:pt x="1065860" y="711200"/>
                </a:lnTo>
                <a:close/>
              </a:path>
              <a:path w="1708150" h="1485900">
                <a:moveTo>
                  <a:pt x="313347" y="863600"/>
                </a:moveTo>
                <a:lnTo>
                  <a:pt x="249770" y="927100"/>
                </a:lnTo>
                <a:lnTo>
                  <a:pt x="243091" y="939800"/>
                </a:lnTo>
                <a:lnTo>
                  <a:pt x="304135" y="939800"/>
                </a:lnTo>
                <a:lnTo>
                  <a:pt x="312681" y="927100"/>
                </a:lnTo>
                <a:lnTo>
                  <a:pt x="318994" y="901700"/>
                </a:lnTo>
                <a:lnTo>
                  <a:pt x="313347" y="863600"/>
                </a:lnTo>
                <a:close/>
              </a:path>
              <a:path w="1708150" h="1485900">
                <a:moveTo>
                  <a:pt x="848085" y="711200"/>
                </a:moveTo>
                <a:lnTo>
                  <a:pt x="815868" y="723900"/>
                </a:lnTo>
                <a:lnTo>
                  <a:pt x="787234" y="736600"/>
                </a:lnTo>
                <a:lnTo>
                  <a:pt x="766934" y="762000"/>
                </a:lnTo>
                <a:lnTo>
                  <a:pt x="757793" y="800100"/>
                </a:lnTo>
                <a:lnTo>
                  <a:pt x="760152" y="825500"/>
                </a:lnTo>
                <a:lnTo>
                  <a:pt x="774357" y="863600"/>
                </a:lnTo>
                <a:lnTo>
                  <a:pt x="798589" y="889000"/>
                </a:lnTo>
                <a:lnTo>
                  <a:pt x="828709" y="901700"/>
                </a:lnTo>
                <a:lnTo>
                  <a:pt x="861550" y="901700"/>
                </a:lnTo>
                <a:lnTo>
                  <a:pt x="893940" y="889000"/>
                </a:lnTo>
                <a:lnTo>
                  <a:pt x="920640" y="863600"/>
                </a:lnTo>
                <a:lnTo>
                  <a:pt x="929188" y="850900"/>
                </a:lnTo>
                <a:lnTo>
                  <a:pt x="843508" y="850900"/>
                </a:lnTo>
                <a:lnTo>
                  <a:pt x="790435" y="812800"/>
                </a:lnTo>
                <a:lnTo>
                  <a:pt x="783132" y="812800"/>
                </a:lnTo>
                <a:lnTo>
                  <a:pt x="778814" y="800100"/>
                </a:lnTo>
                <a:lnTo>
                  <a:pt x="779424" y="787400"/>
                </a:lnTo>
                <a:lnTo>
                  <a:pt x="784313" y="774700"/>
                </a:lnTo>
                <a:lnTo>
                  <a:pt x="875390" y="774700"/>
                </a:lnTo>
                <a:lnTo>
                  <a:pt x="910221" y="736600"/>
                </a:lnTo>
                <a:lnTo>
                  <a:pt x="880623" y="723900"/>
                </a:lnTo>
                <a:lnTo>
                  <a:pt x="848085" y="711200"/>
                </a:lnTo>
                <a:close/>
              </a:path>
              <a:path w="1708150" h="1485900">
                <a:moveTo>
                  <a:pt x="250322" y="863600"/>
                </a:moveTo>
                <a:lnTo>
                  <a:pt x="190868" y="863600"/>
                </a:lnTo>
                <a:lnTo>
                  <a:pt x="227101" y="889000"/>
                </a:lnTo>
                <a:lnTo>
                  <a:pt x="250322" y="863600"/>
                </a:lnTo>
                <a:close/>
              </a:path>
              <a:path w="1708150" h="1485900">
                <a:moveTo>
                  <a:pt x="1524394" y="863600"/>
                </a:moveTo>
                <a:lnTo>
                  <a:pt x="1483486" y="863600"/>
                </a:lnTo>
                <a:lnTo>
                  <a:pt x="1481035" y="876300"/>
                </a:lnTo>
                <a:lnTo>
                  <a:pt x="1526844" y="876300"/>
                </a:lnTo>
                <a:lnTo>
                  <a:pt x="1524394" y="863600"/>
                </a:lnTo>
                <a:close/>
              </a:path>
              <a:path w="1708150" h="1485900">
                <a:moveTo>
                  <a:pt x="1524394" y="850900"/>
                </a:moveTo>
                <a:lnTo>
                  <a:pt x="1483486" y="850900"/>
                </a:lnTo>
                <a:lnTo>
                  <a:pt x="1484302" y="863600"/>
                </a:lnTo>
                <a:lnTo>
                  <a:pt x="1523577" y="863600"/>
                </a:lnTo>
                <a:lnTo>
                  <a:pt x="1524394" y="850900"/>
                </a:lnTo>
                <a:close/>
              </a:path>
              <a:path w="1708150" h="1485900">
                <a:moveTo>
                  <a:pt x="938403" y="774700"/>
                </a:moveTo>
                <a:lnTo>
                  <a:pt x="874826" y="850900"/>
                </a:lnTo>
                <a:lnTo>
                  <a:pt x="929188" y="850900"/>
                </a:lnTo>
                <a:lnTo>
                  <a:pt x="937736" y="838200"/>
                </a:lnTo>
                <a:lnTo>
                  <a:pt x="944050" y="812800"/>
                </a:lnTo>
                <a:lnTo>
                  <a:pt x="938403" y="774700"/>
                </a:lnTo>
                <a:close/>
              </a:path>
              <a:path w="1708150" h="1485900">
                <a:moveTo>
                  <a:pt x="1531188" y="838200"/>
                </a:moveTo>
                <a:lnTo>
                  <a:pt x="1476679" y="838200"/>
                </a:lnTo>
                <a:lnTo>
                  <a:pt x="1481035" y="850900"/>
                </a:lnTo>
                <a:lnTo>
                  <a:pt x="1526844" y="850900"/>
                </a:lnTo>
                <a:lnTo>
                  <a:pt x="1531188" y="838200"/>
                </a:lnTo>
                <a:close/>
              </a:path>
              <a:path w="1708150" h="1485900">
                <a:moveTo>
                  <a:pt x="577075" y="762000"/>
                </a:moveTo>
                <a:lnTo>
                  <a:pt x="374307" y="762000"/>
                </a:lnTo>
                <a:lnTo>
                  <a:pt x="376885" y="774700"/>
                </a:lnTo>
                <a:lnTo>
                  <a:pt x="377972" y="787400"/>
                </a:lnTo>
                <a:lnTo>
                  <a:pt x="377431" y="787400"/>
                </a:lnTo>
                <a:lnTo>
                  <a:pt x="375327" y="800100"/>
                </a:lnTo>
                <a:lnTo>
                  <a:pt x="577075" y="800100"/>
                </a:lnTo>
                <a:lnTo>
                  <a:pt x="577075" y="762000"/>
                </a:lnTo>
                <a:close/>
              </a:path>
              <a:path w="1708150" h="1485900">
                <a:moveTo>
                  <a:pt x="875390" y="774700"/>
                </a:moveTo>
                <a:lnTo>
                  <a:pt x="815936" y="774700"/>
                </a:lnTo>
                <a:lnTo>
                  <a:pt x="852170" y="800100"/>
                </a:lnTo>
                <a:lnTo>
                  <a:pt x="875390" y="774700"/>
                </a:lnTo>
                <a:close/>
              </a:path>
              <a:path w="1708150" h="1485900">
                <a:moveTo>
                  <a:pt x="577075" y="749300"/>
                </a:moveTo>
                <a:lnTo>
                  <a:pt x="241306" y="749300"/>
                </a:lnTo>
                <a:lnTo>
                  <a:pt x="281338" y="762000"/>
                </a:lnTo>
                <a:lnTo>
                  <a:pt x="317601" y="787400"/>
                </a:lnTo>
                <a:lnTo>
                  <a:pt x="342239" y="762000"/>
                </a:lnTo>
                <a:lnTo>
                  <a:pt x="577075" y="762000"/>
                </a:lnTo>
                <a:lnTo>
                  <a:pt x="577075" y="749300"/>
                </a:lnTo>
                <a:close/>
              </a:path>
              <a:path w="1708150" h="1485900">
                <a:moveTo>
                  <a:pt x="1321244" y="685800"/>
                </a:moveTo>
                <a:lnTo>
                  <a:pt x="1311097" y="685800"/>
                </a:lnTo>
                <a:lnTo>
                  <a:pt x="1240497" y="749300"/>
                </a:lnTo>
                <a:lnTo>
                  <a:pt x="1376273" y="749300"/>
                </a:lnTo>
                <a:lnTo>
                  <a:pt x="1321244" y="685800"/>
                </a:lnTo>
                <a:close/>
              </a:path>
              <a:path w="1708150" h="1485900">
                <a:moveTo>
                  <a:pt x="1251183" y="673100"/>
                </a:moveTo>
                <a:lnTo>
                  <a:pt x="992657" y="673100"/>
                </a:lnTo>
                <a:lnTo>
                  <a:pt x="999388" y="685800"/>
                </a:lnTo>
                <a:lnTo>
                  <a:pt x="1001953" y="685800"/>
                </a:lnTo>
                <a:lnTo>
                  <a:pt x="1003046" y="698500"/>
                </a:lnTo>
                <a:lnTo>
                  <a:pt x="1002504" y="698500"/>
                </a:lnTo>
                <a:lnTo>
                  <a:pt x="1000398" y="711200"/>
                </a:lnTo>
                <a:lnTo>
                  <a:pt x="1213396" y="711200"/>
                </a:lnTo>
                <a:lnTo>
                  <a:pt x="1251183" y="673100"/>
                </a:lnTo>
                <a:close/>
              </a:path>
              <a:path w="1708150" h="1485900">
                <a:moveTo>
                  <a:pt x="967308" y="673100"/>
                </a:moveTo>
                <a:lnTo>
                  <a:pt x="906412" y="673100"/>
                </a:lnTo>
                <a:lnTo>
                  <a:pt x="942682" y="698500"/>
                </a:lnTo>
                <a:lnTo>
                  <a:pt x="967308" y="673100"/>
                </a:lnTo>
                <a:close/>
              </a:path>
              <a:path w="1708150" h="1485900">
                <a:moveTo>
                  <a:pt x="144068" y="647700"/>
                </a:moveTo>
                <a:lnTo>
                  <a:pt x="124625" y="660400"/>
                </a:lnTo>
                <a:lnTo>
                  <a:pt x="116686" y="673100"/>
                </a:lnTo>
                <a:lnTo>
                  <a:pt x="225594" y="673100"/>
                </a:lnTo>
                <a:lnTo>
                  <a:pt x="183294" y="660400"/>
                </a:lnTo>
                <a:lnTo>
                  <a:pt x="144068" y="647700"/>
                </a:lnTo>
                <a:close/>
              </a:path>
              <a:path w="1708150" h="1485900">
                <a:moveTo>
                  <a:pt x="307111" y="647700"/>
                </a:moveTo>
                <a:lnTo>
                  <a:pt x="267893" y="660400"/>
                </a:lnTo>
                <a:lnTo>
                  <a:pt x="225594" y="673100"/>
                </a:lnTo>
                <a:lnTo>
                  <a:pt x="334506" y="673100"/>
                </a:lnTo>
                <a:lnTo>
                  <a:pt x="326567" y="660400"/>
                </a:lnTo>
                <a:lnTo>
                  <a:pt x="307111" y="647700"/>
                </a:lnTo>
                <a:close/>
              </a:path>
              <a:path w="1708150" h="1485900">
                <a:moveTo>
                  <a:pt x="577094" y="393700"/>
                </a:moveTo>
                <a:lnTo>
                  <a:pt x="360502" y="393700"/>
                </a:lnTo>
                <a:lnTo>
                  <a:pt x="365774" y="406400"/>
                </a:lnTo>
                <a:lnTo>
                  <a:pt x="367531" y="406400"/>
                </a:lnTo>
                <a:lnTo>
                  <a:pt x="365774" y="419100"/>
                </a:lnTo>
                <a:lnTo>
                  <a:pt x="360502" y="431800"/>
                </a:lnTo>
                <a:lnTo>
                  <a:pt x="341058" y="444500"/>
                </a:lnTo>
                <a:lnTo>
                  <a:pt x="360460" y="482600"/>
                </a:lnTo>
                <a:lnTo>
                  <a:pt x="366928" y="533400"/>
                </a:lnTo>
                <a:lnTo>
                  <a:pt x="360460" y="571500"/>
                </a:lnTo>
                <a:lnTo>
                  <a:pt x="341058" y="609600"/>
                </a:lnTo>
                <a:lnTo>
                  <a:pt x="360502" y="635000"/>
                </a:lnTo>
                <a:lnTo>
                  <a:pt x="365774" y="635000"/>
                </a:lnTo>
                <a:lnTo>
                  <a:pt x="367531" y="647700"/>
                </a:lnTo>
                <a:lnTo>
                  <a:pt x="365774" y="660400"/>
                </a:lnTo>
                <a:lnTo>
                  <a:pt x="360502" y="660400"/>
                </a:lnTo>
                <a:lnTo>
                  <a:pt x="352563" y="673100"/>
                </a:lnTo>
                <a:lnTo>
                  <a:pt x="577075" y="673100"/>
                </a:lnTo>
                <a:lnTo>
                  <a:pt x="577075" y="609600"/>
                </a:lnTo>
                <a:lnTo>
                  <a:pt x="448818" y="609600"/>
                </a:lnTo>
                <a:lnTo>
                  <a:pt x="440778" y="596900"/>
                </a:lnTo>
                <a:lnTo>
                  <a:pt x="436422" y="596900"/>
                </a:lnTo>
                <a:lnTo>
                  <a:pt x="433979" y="584200"/>
                </a:lnTo>
                <a:lnTo>
                  <a:pt x="433165" y="584200"/>
                </a:lnTo>
                <a:lnTo>
                  <a:pt x="433979" y="571500"/>
                </a:lnTo>
                <a:lnTo>
                  <a:pt x="436422" y="571500"/>
                </a:lnTo>
                <a:lnTo>
                  <a:pt x="440778" y="558800"/>
                </a:lnTo>
                <a:lnTo>
                  <a:pt x="577075" y="558800"/>
                </a:lnTo>
                <a:lnTo>
                  <a:pt x="577075" y="482600"/>
                </a:lnTo>
                <a:lnTo>
                  <a:pt x="448115" y="482600"/>
                </a:lnTo>
                <a:lnTo>
                  <a:pt x="440485" y="469900"/>
                </a:lnTo>
                <a:lnTo>
                  <a:pt x="435338" y="469900"/>
                </a:lnTo>
                <a:lnTo>
                  <a:pt x="433451" y="457200"/>
                </a:lnTo>
                <a:lnTo>
                  <a:pt x="435338" y="444500"/>
                </a:lnTo>
                <a:lnTo>
                  <a:pt x="440485" y="444500"/>
                </a:lnTo>
                <a:lnTo>
                  <a:pt x="448115" y="431800"/>
                </a:lnTo>
                <a:lnTo>
                  <a:pt x="577075" y="431800"/>
                </a:lnTo>
                <a:lnTo>
                  <a:pt x="577094" y="393700"/>
                </a:lnTo>
                <a:close/>
              </a:path>
              <a:path w="1708150" h="1485900">
                <a:moveTo>
                  <a:pt x="225602" y="558800"/>
                </a:moveTo>
                <a:lnTo>
                  <a:pt x="178790" y="609600"/>
                </a:lnTo>
                <a:lnTo>
                  <a:pt x="201563" y="622300"/>
                </a:lnTo>
                <a:lnTo>
                  <a:pt x="249642" y="622300"/>
                </a:lnTo>
                <a:lnTo>
                  <a:pt x="272415" y="609600"/>
                </a:lnTo>
                <a:lnTo>
                  <a:pt x="225602" y="558800"/>
                </a:lnTo>
                <a:close/>
              </a:path>
              <a:path w="1708150" h="1485900">
                <a:moveTo>
                  <a:pt x="1073886" y="368300"/>
                </a:moveTo>
                <a:lnTo>
                  <a:pt x="996797" y="368300"/>
                </a:lnTo>
                <a:lnTo>
                  <a:pt x="973416" y="393700"/>
                </a:lnTo>
                <a:lnTo>
                  <a:pt x="988815" y="431800"/>
                </a:lnTo>
                <a:lnTo>
                  <a:pt x="991668" y="482600"/>
                </a:lnTo>
                <a:lnTo>
                  <a:pt x="982590" y="520700"/>
                </a:lnTo>
                <a:lnTo>
                  <a:pt x="962195" y="558800"/>
                </a:lnTo>
                <a:lnTo>
                  <a:pt x="931100" y="584200"/>
                </a:lnTo>
                <a:lnTo>
                  <a:pt x="892695" y="609600"/>
                </a:lnTo>
                <a:lnTo>
                  <a:pt x="1707616" y="609600"/>
                </a:lnTo>
                <a:lnTo>
                  <a:pt x="1707616" y="546100"/>
                </a:lnTo>
                <a:lnTo>
                  <a:pt x="1073886" y="546100"/>
                </a:lnTo>
                <a:lnTo>
                  <a:pt x="1065860" y="533400"/>
                </a:lnTo>
                <a:lnTo>
                  <a:pt x="1061504" y="533400"/>
                </a:lnTo>
                <a:lnTo>
                  <a:pt x="1059053" y="520700"/>
                </a:lnTo>
                <a:lnTo>
                  <a:pt x="1058237" y="520700"/>
                </a:lnTo>
                <a:lnTo>
                  <a:pt x="1059053" y="508000"/>
                </a:lnTo>
                <a:lnTo>
                  <a:pt x="1061504" y="508000"/>
                </a:lnTo>
                <a:lnTo>
                  <a:pt x="1065860" y="495300"/>
                </a:lnTo>
                <a:lnTo>
                  <a:pt x="1707616" y="495300"/>
                </a:lnTo>
                <a:lnTo>
                  <a:pt x="1707616" y="419100"/>
                </a:lnTo>
                <a:lnTo>
                  <a:pt x="1065860" y="419100"/>
                </a:lnTo>
                <a:lnTo>
                  <a:pt x="1061504" y="406400"/>
                </a:lnTo>
                <a:lnTo>
                  <a:pt x="1059053" y="406400"/>
                </a:lnTo>
                <a:lnTo>
                  <a:pt x="1058237" y="393700"/>
                </a:lnTo>
                <a:lnTo>
                  <a:pt x="1059053" y="393700"/>
                </a:lnTo>
                <a:lnTo>
                  <a:pt x="1061504" y="381000"/>
                </a:lnTo>
                <a:lnTo>
                  <a:pt x="1065860" y="381000"/>
                </a:lnTo>
                <a:lnTo>
                  <a:pt x="1073886" y="368300"/>
                </a:lnTo>
                <a:close/>
              </a:path>
              <a:path w="1708150" h="1485900">
                <a:moveTo>
                  <a:pt x="144843" y="482600"/>
                </a:moveTo>
                <a:lnTo>
                  <a:pt x="135413" y="508000"/>
                </a:lnTo>
                <a:lnTo>
                  <a:pt x="132270" y="533400"/>
                </a:lnTo>
                <a:lnTo>
                  <a:pt x="135413" y="558800"/>
                </a:lnTo>
                <a:lnTo>
                  <a:pt x="144843" y="571500"/>
                </a:lnTo>
                <a:lnTo>
                  <a:pt x="191655" y="533400"/>
                </a:lnTo>
                <a:lnTo>
                  <a:pt x="144843" y="482600"/>
                </a:lnTo>
                <a:close/>
              </a:path>
              <a:path w="1708150" h="1485900">
                <a:moveTo>
                  <a:pt x="306362" y="482600"/>
                </a:moveTo>
                <a:lnTo>
                  <a:pt x="259537" y="533400"/>
                </a:lnTo>
                <a:lnTo>
                  <a:pt x="306362" y="571500"/>
                </a:lnTo>
                <a:lnTo>
                  <a:pt x="315784" y="558800"/>
                </a:lnTo>
                <a:lnTo>
                  <a:pt x="318925" y="533400"/>
                </a:lnTo>
                <a:lnTo>
                  <a:pt x="315784" y="508000"/>
                </a:lnTo>
                <a:lnTo>
                  <a:pt x="306362" y="482600"/>
                </a:lnTo>
                <a:close/>
              </a:path>
              <a:path w="1708150" h="1485900">
                <a:moveTo>
                  <a:pt x="880623" y="381000"/>
                </a:moveTo>
                <a:lnTo>
                  <a:pt x="815868" y="381000"/>
                </a:lnTo>
                <a:lnTo>
                  <a:pt x="787234" y="393700"/>
                </a:lnTo>
                <a:lnTo>
                  <a:pt x="766934" y="431800"/>
                </a:lnTo>
                <a:lnTo>
                  <a:pt x="757793" y="457200"/>
                </a:lnTo>
                <a:lnTo>
                  <a:pt x="760152" y="495300"/>
                </a:lnTo>
                <a:lnTo>
                  <a:pt x="774357" y="520700"/>
                </a:lnTo>
                <a:lnTo>
                  <a:pt x="798589" y="546100"/>
                </a:lnTo>
                <a:lnTo>
                  <a:pt x="828709" y="558800"/>
                </a:lnTo>
                <a:lnTo>
                  <a:pt x="861550" y="558800"/>
                </a:lnTo>
                <a:lnTo>
                  <a:pt x="893940" y="546100"/>
                </a:lnTo>
                <a:lnTo>
                  <a:pt x="920640" y="533400"/>
                </a:lnTo>
                <a:lnTo>
                  <a:pt x="937736" y="508000"/>
                </a:lnTo>
                <a:lnTo>
                  <a:pt x="843508" y="508000"/>
                </a:lnTo>
                <a:lnTo>
                  <a:pt x="790435" y="482600"/>
                </a:lnTo>
                <a:lnTo>
                  <a:pt x="783132" y="469900"/>
                </a:lnTo>
                <a:lnTo>
                  <a:pt x="778814" y="469900"/>
                </a:lnTo>
                <a:lnTo>
                  <a:pt x="779424" y="444500"/>
                </a:lnTo>
                <a:lnTo>
                  <a:pt x="784313" y="444500"/>
                </a:lnTo>
                <a:lnTo>
                  <a:pt x="791921" y="431800"/>
                </a:lnTo>
                <a:lnTo>
                  <a:pt x="875390" y="431800"/>
                </a:lnTo>
                <a:lnTo>
                  <a:pt x="910221" y="393700"/>
                </a:lnTo>
                <a:lnTo>
                  <a:pt x="880623" y="381000"/>
                </a:lnTo>
                <a:close/>
              </a:path>
              <a:path w="1708150" h="1485900">
                <a:moveTo>
                  <a:pt x="1531188" y="533400"/>
                </a:moveTo>
                <a:lnTo>
                  <a:pt x="1476692" y="533400"/>
                </a:lnTo>
                <a:lnTo>
                  <a:pt x="1468653" y="546100"/>
                </a:lnTo>
                <a:lnTo>
                  <a:pt x="1539227" y="546100"/>
                </a:lnTo>
                <a:lnTo>
                  <a:pt x="1531188" y="533400"/>
                </a:lnTo>
                <a:close/>
              </a:path>
              <a:path w="1708150" h="1485900">
                <a:moveTo>
                  <a:pt x="1707616" y="495300"/>
                </a:moveTo>
                <a:lnTo>
                  <a:pt x="1616011" y="495300"/>
                </a:lnTo>
                <a:lnTo>
                  <a:pt x="1620367" y="508000"/>
                </a:lnTo>
                <a:lnTo>
                  <a:pt x="1622817" y="508000"/>
                </a:lnTo>
                <a:lnTo>
                  <a:pt x="1623634" y="520700"/>
                </a:lnTo>
                <a:lnTo>
                  <a:pt x="1622817" y="520700"/>
                </a:lnTo>
                <a:lnTo>
                  <a:pt x="1620367" y="533400"/>
                </a:lnTo>
                <a:lnTo>
                  <a:pt x="1616011" y="533400"/>
                </a:lnTo>
                <a:lnTo>
                  <a:pt x="1607985" y="546100"/>
                </a:lnTo>
                <a:lnTo>
                  <a:pt x="1707616" y="546100"/>
                </a:lnTo>
                <a:lnTo>
                  <a:pt x="1707616" y="495300"/>
                </a:lnTo>
                <a:close/>
              </a:path>
              <a:path w="1708150" h="1485900">
                <a:moveTo>
                  <a:pt x="1524394" y="520700"/>
                </a:moveTo>
                <a:lnTo>
                  <a:pt x="1483486" y="520700"/>
                </a:lnTo>
                <a:lnTo>
                  <a:pt x="1481035" y="533400"/>
                </a:lnTo>
                <a:lnTo>
                  <a:pt x="1526844" y="533400"/>
                </a:lnTo>
                <a:lnTo>
                  <a:pt x="1524394" y="520700"/>
                </a:lnTo>
                <a:close/>
              </a:path>
              <a:path w="1708150" h="1485900">
                <a:moveTo>
                  <a:pt x="1524394" y="508000"/>
                </a:moveTo>
                <a:lnTo>
                  <a:pt x="1483486" y="508000"/>
                </a:lnTo>
                <a:lnTo>
                  <a:pt x="1484302" y="520700"/>
                </a:lnTo>
                <a:lnTo>
                  <a:pt x="1523577" y="520700"/>
                </a:lnTo>
                <a:lnTo>
                  <a:pt x="1524394" y="508000"/>
                </a:lnTo>
                <a:close/>
              </a:path>
              <a:path w="1708150" h="1485900">
                <a:moveTo>
                  <a:pt x="938403" y="431800"/>
                </a:moveTo>
                <a:lnTo>
                  <a:pt x="874826" y="508000"/>
                </a:lnTo>
                <a:lnTo>
                  <a:pt x="937736" y="508000"/>
                </a:lnTo>
                <a:lnTo>
                  <a:pt x="944050" y="469900"/>
                </a:lnTo>
                <a:lnTo>
                  <a:pt x="938403" y="431800"/>
                </a:lnTo>
                <a:close/>
              </a:path>
              <a:path w="1708150" h="1485900">
                <a:moveTo>
                  <a:pt x="1531188" y="495300"/>
                </a:moveTo>
                <a:lnTo>
                  <a:pt x="1476692" y="495300"/>
                </a:lnTo>
                <a:lnTo>
                  <a:pt x="1481035" y="508000"/>
                </a:lnTo>
                <a:lnTo>
                  <a:pt x="1526844" y="508000"/>
                </a:lnTo>
                <a:lnTo>
                  <a:pt x="1531188" y="495300"/>
                </a:lnTo>
                <a:close/>
              </a:path>
              <a:path w="1708150" h="1485900">
                <a:moveTo>
                  <a:pt x="272415" y="444500"/>
                </a:moveTo>
                <a:lnTo>
                  <a:pt x="178790" y="444500"/>
                </a:lnTo>
                <a:lnTo>
                  <a:pt x="225602" y="495300"/>
                </a:lnTo>
                <a:lnTo>
                  <a:pt x="272415" y="444500"/>
                </a:lnTo>
                <a:close/>
              </a:path>
              <a:path w="1708150" h="1485900">
                <a:moveTo>
                  <a:pt x="875390" y="431800"/>
                </a:moveTo>
                <a:lnTo>
                  <a:pt x="815936" y="431800"/>
                </a:lnTo>
                <a:lnTo>
                  <a:pt x="852170" y="457200"/>
                </a:lnTo>
                <a:lnTo>
                  <a:pt x="875390" y="431800"/>
                </a:lnTo>
                <a:close/>
              </a:path>
              <a:path w="1708150" h="1485900">
                <a:moveTo>
                  <a:pt x="225602" y="431800"/>
                </a:moveTo>
                <a:lnTo>
                  <a:pt x="201563" y="444500"/>
                </a:lnTo>
                <a:lnTo>
                  <a:pt x="249642" y="444500"/>
                </a:lnTo>
                <a:lnTo>
                  <a:pt x="225602" y="431800"/>
                </a:lnTo>
                <a:close/>
              </a:path>
              <a:path w="1708150" h="1485900">
                <a:moveTo>
                  <a:pt x="182819" y="393700"/>
                </a:moveTo>
                <a:lnTo>
                  <a:pt x="124625" y="393700"/>
                </a:lnTo>
                <a:lnTo>
                  <a:pt x="144068" y="419100"/>
                </a:lnTo>
                <a:lnTo>
                  <a:pt x="162757" y="406400"/>
                </a:lnTo>
                <a:lnTo>
                  <a:pt x="182819" y="393700"/>
                </a:lnTo>
                <a:close/>
              </a:path>
              <a:path w="1708150" h="1485900">
                <a:moveTo>
                  <a:pt x="326567" y="393700"/>
                </a:moveTo>
                <a:lnTo>
                  <a:pt x="268371" y="393700"/>
                </a:lnTo>
                <a:lnTo>
                  <a:pt x="288430" y="406400"/>
                </a:lnTo>
                <a:lnTo>
                  <a:pt x="307111" y="419100"/>
                </a:lnTo>
                <a:lnTo>
                  <a:pt x="326567" y="393700"/>
                </a:lnTo>
                <a:close/>
              </a:path>
              <a:path w="1708150" h="1485900">
                <a:moveTo>
                  <a:pt x="1707616" y="330200"/>
                </a:moveTo>
                <a:lnTo>
                  <a:pt x="992670" y="330200"/>
                </a:lnTo>
                <a:lnTo>
                  <a:pt x="999388" y="342900"/>
                </a:lnTo>
                <a:lnTo>
                  <a:pt x="1001953" y="355600"/>
                </a:lnTo>
                <a:lnTo>
                  <a:pt x="1002504" y="355600"/>
                </a:lnTo>
                <a:lnTo>
                  <a:pt x="1000398" y="368300"/>
                </a:lnTo>
                <a:lnTo>
                  <a:pt x="1607985" y="368300"/>
                </a:lnTo>
                <a:lnTo>
                  <a:pt x="1616011" y="381000"/>
                </a:lnTo>
                <a:lnTo>
                  <a:pt x="1620367" y="381000"/>
                </a:lnTo>
                <a:lnTo>
                  <a:pt x="1622817" y="393700"/>
                </a:lnTo>
                <a:lnTo>
                  <a:pt x="1623634" y="393700"/>
                </a:lnTo>
                <a:lnTo>
                  <a:pt x="1622817" y="406400"/>
                </a:lnTo>
                <a:lnTo>
                  <a:pt x="1620367" y="406400"/>
                </a:lnTo>
                <a:lnTo>
                  <a:pt x="1616011" y="419100"/>
                </a:lnTo>
                <a:lnTo>
                  <a:pt x="1707616" y="419100"/>
                </a:lnTo>
                <a:lnTo>
                  <a:pt x="1707616" y="330200"/>
                </a:lnTo>
                <a:close/>
              </a:path>
              <a:path w="1708150" h="1485900">
                <a:moveTo>
                  <a:pt x="967308" y="330200"/>
                </a:moveTo>
                <a:lnTo>
                  <a:pt x="866374" y="330200"/>
                </a:lnTo>
                <a:lnTo>
                  <a:pt x="906412" y="342900"/>
                </a:lnTo>
                <a:lnTo>
                  <a:pt x="942682" y="355600"/>
                </a:lnTo>
                <a:lnTo>
                  <a:pt x="967308" y="330200"/>
                </a:lnTo>
                <a:close/>
              </a:path>
              <a:path w="1708150" h="1485900">
                <a:moveTo>
                  <a:pt x="126441" y="152400"/>
                </a:moveTo>
                <a:lnTo>
                  <a:pt x="26822" y="266700"/>
                </a:lnTo>
                <a:lnTo>
                  <a:pt x="120937" y="266700"/>
                </a:lnTo>
                <a:lnTo>
                  <a:pt x="124947" y="254000"/>
                </a:lnTo>
                <a:lnTo>
                  <a:pt x="126441" y="254000"/>
                </a:lnTo>
                <a:lnTo>
                  <a:pt x="126441" y="152400"/>
                </a:lnTo>
                <a:close/>
              </a:path>
              <a:path w="1708150" h="1485900">
                <a:moveTo>
                  <a:pt x="751509" y="25400"/>
                </a:moveTo>
                <a:lnTo>
                  <a:pt x="694296" y="101600"/>
                </a:lnTo>
                <a:lnTo>
                  <a:pt x="691667" y="101600"/>
                </a:lnTo>
                <a:lnTo>
                  <a:pt x="651891" y="152400"/>
                </a:lnTo>
                <a:lnTo>
                  <a:pt x="740079" y="152400"/>
                </a:lnTo>
                <a:lnTo>
                  <a:pt x="746007" y="139700"/>
                </a:lnTo>
                <a:lnTo>
                  <a:pt x="750015" y="139700"/>
                </a:lnTo>
                <a:lnTo>
                  <a:pt x="751509" y="127000"/>
                </a:lnTo>
                <a:lnTo>
                  <a:pt x="751509" y="2540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1895411" y="3364162"/>
            <a:ext cx="1498600" cy="1498600"/>
            <a:chOff x="1895411" y="3364162"/>
            <a:chExt cx="1498600" cy="1498600"/>
          </a:xfrm>
        </p:grpSpPr>
        <p:sp>
          <p:nvSpPr>
            <p:cNvPr id="24" name="object 24"/>
            <p:cNvSpPr/>
            <p:nvPr/>
          </p:nvSpPr>
          <p:spPr>
            <a:xfrm>
              <a:off x="1895411" y="3526853"/>
              <a:ext cx="1498600" cy="1336040"/>
            </a:xfrm>
            <a:custGeom>
              <a:avLst/>
              <a:gdLst/>
              <a:ahLst/>
              <a:cxnLst/>
              <a:rect l="l" t="t" r="r" b="b"/>
              <a:pathLst>
                <a:path w="1498600" h="1336039">
                  <a:moveTo>
                    <a:pt x="53517" y="885278"/>
                  </a:moveTo>
                  <a:lnTo>
                    <a:pt x="39801" y="881291"/>
                  </a:lnTo>
                  <a:lnTo>
                    <a:pt x="26289" y="876655"/>
                  </a:lnTo>
                  <a:lnTo>
                    <a:pt x="13017" y="871385"/>
                  </a:lnTo>
                  <a:lnTo>
                    <a:pt x="0" y="865479"/>
                  </a:lnTo>
                  <a:lnTo>
                    <a:pt x="0" y="1041323"/>
                  </a:lnTo>
                  <a:lnTo>
                    <a:pt x="4394" y="1047140"/>
                  </a:lnTo>
                  <a:lnTo>
                    <a:pt x="14808" y="1054328"/>
                  </a:lnTo>
                  <a:lnTo>
                    <a:pt x="31191" y="1062291"/>
                  </a:lnTo>
                  <a:lnTo>
                    <a:pt x="53517" y="1070483"/>
                  </a:lnTo>
                  <a:lnTo>
                    <a:pt x="53517" y="885278"/>
                  </a:lnTo>
                  <a:close/>
                </a:path>
                <a:path w="1498600" h="1336039">
                  <a:moveTo>
                    <a:pt x="53517" y="671233"/>
                  </a:moveTo>
                  <a:lnTo>
                    <a:pt x="39789" y="667258"/>
                  </a:lnTo>
                  <a:lnTo>
                    <a:pt x="26276" y="662622"/>
                  </a:lnTo>
                  <a:lnTo>
                    <a:pt x="13004" y="657339"/>
                  </a:lnTo>
                  <a:lnTo>
                    <a:pt x="0" y="651433"/>
                  </a:lnTo>
                  <a:lnTo>
                    <a:pt x="0" y="800227"/>
                  </a:lnTo>
                  <a:lnTo>
                    <a:pt x="4470" y="806196"/>
                  </a:lnTo>
                  <a:lnTo>
                    <a:pt x="14897" y="813473"/>
                  </a:lnTo>
                  <a:lnTo>
                    <a:pt x="31254" y="821499"/>
                  </a:lnTo>
                  <a:lnTo>
                    <a:pt x="53517" y="829652"/>
                  </a:lnTo>
                  <a:lnTo>
                    <a:pt x="53517" y="671233"/>
                  </a:lnTo>
                  <a:close/>
                </a:path>
                <a:path w="1498600" h="1336039">
                  <a:moveTo>
                    <a:pt x="481609" y="1106258"/>
                  </a:moveTo>
                  <a:lnTo>
                    <a:pt x="443331" y="1121664"/>
                  </a:lnTo>
                  <a:lnTo>
                    <a:pt x="398132" y="1133475"/>
                  </a:lnTo>
                  <a:lnTo>
                    <a:pt x="347980" y="1141806"/>
                  </a:lnTo>
                  <a:lnTo>
                    <a:pt x="294881" y="1146721"/>
                  </a:lnTo>
                  <a:lnTo>
                    <a:pt x="240804" y="1148346"/>
                  </a:lnTo>
                  <a:lnTo>
                    <a:pt x="207213" y="1147762"/>
                  </a:lnTo>
                  <a:lnTo>
                    <a:pt x="173697" y="1145806"/>
                  </a:lnTo>
                  <a:lnTo>
                    <a:pt x="140284" y="1142504"/>
                  </a:lnTo>
                  <a:lnTo>
                    <a:pt x="107022" y="1137831"/>
                  </a:lnTo>
                  <a:lnTo>
                    <a:pt x="107022" y="1228610"/>
                  </a:lnTo>
                  <a:lnTo>
                    <a:pt x="104914" y="1239024"/>
                  </a:lnTo>
                  <a:lnTo>
                    <a:pt x="99187" y="1247533"/>
                  </a:lnTo>
                  <a:lnTo>
                    <a:pt x="90678" y="1253261"/>
                  </a:lnTo>
                  <a:lnTo>
                    <a:pt x="80264" y="1255369"/>
                  </a:lnTo>
                  <a:lnTo>
                    <a:pt x="69850" y="1253261"/>
                  </a:lnTo>
                  <a:lnTo>
                    <a:pt x="61353" y="1247533"/>
                  </a:lnTo>
                  <a:lnTo>
                    <a:pt x="55613" y="1239024"/>
                  </a:lnTo>
                  <a:lnTo>
                    <a:pt x="53517" y="1228610"/>
                  </a:lnTo>
                  <a:lnTo>
                    <a:pt x="53517" y="1126083"/>
                  </a:lnTo>
                  <a:lnTo>
                    <a:pt x="39789" y="1122095"/>
                  </a:lnTo>
                  <a:lnTo>
                    <a:pt x="26289" y="1117460"/>
                  </a:lnTo>
                  <a:lnTo>
                    <a:pt x="13004" y="1112189"/>
                  </a:lnTo>
                  <a:lnTo>
                    <a:pt x="0" y="1106284"/>
                  </a:lnTo>
                  <a:lnTo>
                    <a:pt x="0" y="1282128"/>
                  </a:lnTo>
                  <a:lnTo>
                    <a:pt x="41363" y="1307198"/>
                  </a:lnTo>
                  <a:lnTo>
                    <a:pt x="89509" y="1320952"/>
                  </a:lnTo>
                  <a:lnTo>
                    <a:pt x="155981" y="1331455"/>
                  </a:lnTo>
                  <a:lnTo>
                    <a:pt x="240804" y="1335633"/>
                  </a:lnTo>
                  <a:lnTo>
                    <a:pt x="325615" y="1331455"/>
                  </a:lnTo>
                  <a:lnTo>
                    <a:pt x="392087" y="1320927"/>
                  </a:lnTo>
                  <a:lnTo>
                    <a:pt x="440232" y="1307109"/>
                  </a:lnTo>
                  <a:lnTo>
                    <a:pt x="470065" y="1293025"/>
                  </a:lnTo>
                  <a:lnTo>
                    <a:pt x="481609" y="1281722"/>
                  </a:lnTo>
                  <a:lnTo>
                    <a:pt x="481609" y="1106258"/>
                  </a:lnTo>
                  <a:close/>
                </a:path>
                <a:path w="1498600" h="1336039">
                  <a:moveTo>
                    <a:pt x="481609" y="1014831"/>
                  </a:moveTo>
                  <a:lnTo>
                    <a:pt x="346671" y="900633"/>
                  </a:lnTo>
                  <a:lnTo>
                    <a:pt x="320294" y="903630"/>
                  </a:lnTo>
                  <a:lnTo>
                    <a:pt x="293852" y="905776"/>
                  </a:lnTo>
                  <a:lnTo>
                    <a:pt x="267347" y="907072"/>
                  </a:lnTo>
                  <a:lnTo>
                    <a:pt x="240804" y="907542"/>
                  </a:lnTo>
                  <a:lnTo>
                    <a:pt x="207213" y="906957"/>
                  </a:lnTo>
                  <a:lnTo>
                    <a:pt x="173697" y="905002"/>
                  </a:lnTo>
                  <a:lnTo>
                    <a:pt x="140284" y="901700"/>
                  </a:lnTo>
                  <a:lnTo>
                    <a:pt x="107022" y="897026"/>
                  </a:lnTo>
                  <a:lnTo>
                    <a:pt x="107022" y="1083589"/>
                  </a:lnTo>
                  <a:lnTo>
                    <a:pt x="140246" y="1088694"/>
                  </a:lnTo>
                  <a:lnTo>
                    <a:pt x="173659" y="1092263"/>
                  </a:lnTo>
                  <a:lnTo>
                    <a:pt x="207187" y="1094308"/>
                  </a:lnTo>
                  <a:lnTo>
                    <a:pt x="240804" y="1094828"/>
                  </a:lnTo>
                  <a:lnTo>
                    <a:pt x="325437" y="1090663"/>
                  </a:lnTo>
                  <a:lnTo>
                    <a:pt x="391833" y="1080173"/>
                  </a:lnTo>
                  <a:lnTo>
                    <a:pt x="439991" y="1066380"/>
                  </a:lnTo>
                  <a:lnTo>
                    <a:pt x="469912" y="1052322"/>
                  </a:lnTo>
                  <a:lnTo>
                    <a:pt x="481609" y="1040993"/>
                  </a:lnTo>
                  <a:lnTo>
                    <a:pt x="481609" y="1014831"/>
                  </a:lnTo>
                  <a:close/>
                </a:path>
                <a:path w="1498600" h="1336039">
                  <a:moveTo>
                    <a:pt x="481609" y="651433"/>
                  </a:moveTo>
                  <a:lnTo>
                    <a:pt x="443318" y="666775"/>
                  </a:lnTo>
                  <a:lnTo>
                    <a:pt x="398119" y="678573"/>
                  </a:lnTo>
                  <a:lnTo>
                    <a:pt x="347967" y="686917"/>
                  </a:lnTo>
                  <a:lnTo>
                    <a:pt x="294868" y="691870"/>
                  </a:lnTo>
                  <a:lnTo>
                    <a:pt x="240804" y="693496"/>
                  </a:lnTo>
                  <a:lnTo>
                    <a:pt x="207213" y="692912"/>
                  </a:lnTo>
                  <a:lnTo>
                    <a:pt x="173697" y="690968"/>
                  </a:lnTo>
                  <a:lnTo>
                    <a:pt x="140284" y="687654"/>
                  </a:lnTo>
                  <a:lnTo>
                    <a:pt x="107022" y="682980"/>
                  </a:lnTo>
                  <a:lnTo>
                    <a:pt x="107022" y="842784"/>
                  </a:lnTo>
                  <a:lnTo>
                    <a:pt x="140246" y="847890"/>
                  </a:lnTo>
                  <a:lnTo>
                    <a:pt x="173659" y="851458"/>
                  </a:lnTo>
                  <a:lnTo>
                    <a:pt x="207187" y="853516"/>
                  </a:lnTo>
                  <a:lnTo>
                    <a:pt x="240804" y="854024"/>
                  </a:lnTo>
                  <a:lnTo>
                    <a:pt x="261048" y="853681"/>
                  </a:lnTo>
                  <a:lnTo>
                    <a:pt x="281279" y="852817"/>
                  </a:lnTo>
                  <a:lnTo>
                    <a:pt x="301472" y="851433"/>
                  </a:lnTo>
                  <a:lnTo>
                    <a:pt x="321640" y="849528"/>
                  </a:lnTo>
                  <a:lnTo>
                    <a:pt x="323519" y="839025"/>
                  </a:lnTo>
                  <a:lnTo>
                    <a:pt x="327393" y="829183"/>
                  </a:lnTo>
                  <a:lnTo>
                    <a:pt x="333133" y="820305"/>
                  </a:lnTo>
                  <a:lnTo>
                    <a:pt x="340575" y="812634"/>
                  </a:lnTo>
                  <a:lnTo>
                    <a:pt x="481609" y="693229"/>
                  </a:lnTo>
                  <a:lnTo>
                    <a:pt x="481609" y="651433"/>
                  </a:lnTo>
                  <a:close/>
                </a:path>
                <a:path w="1498600" h="1336039">
                  <a:moveTo>
                    <a:pt x="481609" y="586473"/>
                  </a:moveTo>
                  <a:lnTo>
                    <a:pt x="439216" y="561111"/>
                  </a:lnTo>
                  <a:lnTo>
                    <a:pt x="391058" y="547446"/>
                  </a:lnTo>
                  <a:lnTo>
                    <a:pt x="324929" y="537070"/>
                  </a:lnTo>
                  <a:lnTo>
                    <a:pt x="240804" y="532955"/>
                  </a:lnTo>
                  <a:lnTo>
                    <a:pt x="156184" y="537121"/>
                  </a:lnTo>
                  <a:lnTo>
                    <a:pt x="89801" y="547611"/>
                  </a:lnTo>
                  <a:lnTo>
                    <a:pt x="41643" y="561390"/>
                  </a:lnTo>
                  <a:lnTo>
                    <a:pt x="11722" y="575449"/>
                  </a:lnTo>
                  <a:lnTo>
                    <a:pt x="0" y="586765"/>
                  </a:lnTo>
                  <a:lnTo>
                    <a:pt x="0" y="586955"/>
                  </a:lnTo>
                  <a:lnTo>
                    <a:pt x="41643" y="611720"/>
                  </a:lnTo>
                  <a:lnTo>
                    <a:pt x="89801" y="625386"/>
                  </a:lnTo>
                  <a:lnTo>
                    <a:pt x="156184" y="635825"/>
                  </a:lnTo>
                  <a:lnTo>
                    <a:pt x="240804" y="639978"/>
                  </a:lnTo>
                  <a:lnTo>
                    <a:pt x="324929" y="635863"/>
                  </a:lnTo>
                  <a:lnTo>
                    <a:pt x="391058" y="625500"/>
                  </a:lnTo>
                  <a:lnTo>
                    <a:pt x="439216" y="611835"/>
                  </a:lnTo>
                  <a:lnTo>
                    <a:pt x="469404" y="597839"/>
                  </a:lnTo>
                  <a:lnTo>
                    <a:pt x="481609" y="586473"/>
                  </a:lnTo>
                  <a:close/>
                </a:path>
                <a:path w="1498600" h="1336039">
                  <a:moveTo>
                    <a:pt x="802678" y="827265"/>
                  </a:moveTo>
                  <a:lnTo>
                    <a:pt x="800569" y="816864"/>
                  </a:lnTo>
                  <a:lnTo>
                    <a:pt x="794842" y="808355"/>
                  </a:lnTo>
                  <a:lnTo>
                    <a:pt x="786333" y="802627"/>
                  </a:lnTo>
                  <a:lnTo>
                    <a:pt x="775919" y="800519"/>
                  </a:lnTo>
                  <a:lnTo>
                    <a:pt x="535114" y="800519"/>
                  </a:lnTo>
                  <a:lnTo>
                    <a:pt x="535114" y="765467"/>
                  </a:lnTo>
                  <a:lnTo>
                    <a:pt x="504431" y="738289"/>
                  </a:lnTo>
                  <a:lnTo>
                    <a:pt x="497065" y="740283"/>
                  </a:lnTo>
                  <a:lnTo>
                    <a:pt x="490435" y="744334"/>
                  </a:lnTo>
                  <a:lnTo>
                    <a:pt x="378244" y="837819"/>
                  </a:lnTo>
                  <a:lnTo>
                    <a:pt x="374650" y="845515"/>
                  </a:lnTo>
                  <a:lnTo>
                    <a:pt x="374650" y="861720"/>
                  </a:lnTo>
                  <a:lnTo>
                    <a:pt x="378244" y="869403"/>
                  </a:lnTo>
                  <a:lnTo>
                    <a:pt x="490283" y="963269"/>
                  </a:lnTo>
                  <a:lnTo>
                    <a:pt x="496900" y="967371"/>
                  </a:lnTo>
                  <a:lnTo>
                    <a:pt x="504266" y="969403"/>
                  </a:lnTo>
                  <a:lnTo>
                    <a:pt x="511898" y="969327"/>
                  </a:lnTo>
                  <a:lnTo>
                    <a:pt x="535114" y="942327"/>
                  </a:lnTo>
                  <a:lnTo>
                    <a:pt x="535114" y="907542"/>
                  </a:lnTo>
                  <a:lnTo>
                    <a:pt x="775919" y="907542"/>
                  </a:lnTo>
                  <a:lnTo>
                    <a:pt x="786333" y="905446"/>
                  </a:lnTo>
                  <a:lnTo>
                    <a:pt x="794842" y="899706"/>
                  </a:lnTo>
                  <a:lnTo>
                    <a:pt x="800569" y="891209"/>
                  </a:lnTo>
                  <a:lnTo>
                    <a:pt x="802678" y="880783"/>
                  </a:lnTo>
                  <a:lnTo>
                    <a:pt x="802678" y="827265"/>
                  </a:lnTo>
                  <a:close/>
                </a:path>
                <a:path w="1498600" h="1336039">
                  <a:moveTo>
                    <a:pt x="1070229" y="671233"/>
                  </a:moveTo>
                  <a:lnTo>
                    <a:pt x="1056513" y="667258"/>
                  </a:lnTo>
                  <a:lnTo>
                    <a:pt x="1043000" y="662622"/>
                  </a:lnTo>
                  <a:lnTo>
                    <a:pt x="1029728" y="657339"/>
                  </a:lnTo>
                  <a:lnTo>
                    <a:pt x="1016711" y="651433"/>
                  </a:lnTo>
                  <a:lnTo>
                    <a:pt x="1016711" y="800519"/>
                  </a:lnTo>
                  <a:lnTo>
                    <a:pt x="1021118" y="806348"/>
                  </a:lnTo>
                  <a:lnTo>
                    <a:pt x="1031519" y="813523"/>
                  </a:lnTo>
                  <a:lnTo>
                    <a:pt x="1047902" y="821499"/>
                  </a:lnTo>
                  <a:lnTo>
                    <a:pt x="1070229" y="829678"/>
                  </a:lnTo>
                  <a:lnTo>
                    <a:pt x="1070229" y="671233"/>
                  </a:lnTo>
                  <a:close/>
                </a:path>
                <a:path w="1498600" h="1336039">
                  <a:moveTo>
                    <a:pt x="1070241" y="885278"/>
                  </a:moveTo>
                  <a:lnTo>
                    <a:pt x="1056513" y="881303"/>
                  </a:lnTo>
                  <a:lnTo>
                    <a:pt x="1043000" y="876668"/>
                  </a:lnTo>
                  <a:lnTo>
                    <a:pt x="1029728" y="871385"/>
                  </a:lnTo>
                  <a:lnTo>
                    <a:pt x="1016723" y="865479"/>
                  </a:lnTo>
                  <a:lnTo>
                    <a:pt x="1016723" y="960729"/>
                  </a:lnTo>
                  <a:lnTo>
                    <a:pt x="1070241" y="1006030"/>
                  </a:lnTo>
                  <a:lnTo>
                    <a:pt x="1070241" y="885278"/>
                  </a:lnTo>
                  <a:close/>
                </a:path>
                <a:path w="1498600" h="1336039">
                  <a:moveTo>
                    <a:pt x="1123708" y="1113066"/>
                  </a:moveTo>
                  <a:lnTo>
                    <a:pt x="1007910" y="1011897"/>
                  </a:lnTo>
                  <a:lnTo>
                    <a:pt x="993914" y="1005827"/>
                  </a:lnTo>
                  <a:lnTo>
                    <a:pt x="986269" y="1005941"/>
                  </a:lnTo>
                  <a:lnTo>
                    <a:pt x="963206" y="1033030"/>
                  </a:lnTo>
                  <a:lnTo>
                    <a:pt x="963206" y="1068082"/>
                  </a:lnTo>
                  <a:lnTo>
                    <a:pt x="722401" y="1068082"/>
                  </a:lnTo>
                  <a:lnTo>
                    <a:pt x="711987" y="1070178"/>
                  </a:lnTo>
                  <a:lnTo>
                    <a:pt x="703478" y="1075918"/>
                  </a:lnTo>
                  <a:lnTo>
                    <a:pt x="697750" y="1084427"/>
                  </a:lnTo>
                  <a:lnTo>
                    <a:pt x="695642" y="1094841"/>
                  </a:lnTo>
                  <a:lnTo>
                    <a:pt x="695642" y="1148346"/>
                  </a:lnTo>
                  <a:lnTo>
                    <a:pt x="697750" y="1158760"/>
                  </a:lnTo>
                  <a:lnTo>
                    <a:pt x="703478" y="1167269"/>
                  </a:lnTo>
                  <a:lnTo>
                    <a:pt x="711987" y="1172997"/>
                  </a:lnTo>
                  <a:lnTo>
                    <a:pt x="722401" y="1175105"/>
                  </a:lnTo>
                  <a:lnTo>
                    <a:pt x="963206" y="1175105"/>
                  </a:lnTo>
                  <a:lnTo>
                    <a:pt x="963206" y="1209890"/>
                  </a:lnTo>
                  <a:lnTo>
                    <a:pt x="994079" y="1236980"/>
                  </a:lnTo>
                  <a:lnTo>
                    <a:pt x="1001445" y="1234935"/>
                  </a:lnTo>
                  <a:lnTo>
                    <a:pt x="1008075" y="1230833"/>
                  </a:lnTo>
                  <a:lnTo>
                    <a:pt x="1120114" y="1136967"/>
                  </a:lnTo>
                  <a:lnTo>
                    <a:pt x="1123708" y="1129284"/>
                  </a:lnTo>
                  <a:lnTo>
                    <a:pt x="1123708" y="1113066"/>
                  </a:lnTo>
                  <a:close/>
                </a:path>
                <a:path w="1498600" h="1336039">
                  <a:moveTo>
                    <a:pt x="1201864" y="158381"/>
                  </a:moveTo>
                  <a:lnTo>
                    <a:pt x="1197114" y="135534"/>
                  </a:lnTo>
                  <a:lnTo>
                    <a:pt x="1189570" y="113563"/>
                  </a:lnTo>
                  <a:lnTo>
                    <a:pt x="1185329" y="104902"/>
                  </a:lnTo>
                  <a:lnTo>
                    <a:pt x="1182281" y="98666"/>
                  </a:lnTo>
                  <a:lnTo>
                    <a:pt x="1181976" y="98069"/>
                  </a:lnTo>
                  <a:lnTo>
                    <a:pt x="1179347" y="92697"/>
                  </a:lnTo>
                  <a:lnTo>
                    <a:pt x="1166545" y="73202"/>
                  </a:lnTo>
                  <a:lnTo>
                    <a:pt x="1149184" y="90563"/>
                  </a:lnTo>
                  <a:lnTo>
                    <a:pt x="1140345" y="96240"/>
                  </a:lnTo>
                  <a:lnTo>
                    <a:pt x="1130363" y="98069"/>
                  </a:lnTo>
                  <a:lnTo>
                    <a:pt x="1120419" y="96062"/>
                  </a:lnTo>
                  <a:lnTo>
                    <a:pt x="1111681" y="90233"/>
                  </a:lnTo>
                  <a:lnTo>
                    <a:pt x="1105852" y="81495"/>
                  </a:lnTo>
                  <a:lnTo>
                    <a:pt x="1103858" y="71628"/>
                  </a:lnTo>
                  <a:lnTo>
                    <a:pt x="1105674" y="61569"/>
                  </a:lnTo>
                  <a:lnTo>
                    <a:pt x="1111351" y="52730"/>
                  </a:lnTo>
                  <a:lnTo>
                    <a:pt x="1112723" y="51358"/>
                  </a:lnTo>
                  <a:lnTo>
                    <a:pt x="1128712" y="35369"/>
                  </a:lnTo>
                  <a:lnTo>
                    <a:pt x="1109205" y="22542"/>
                  </a:lnTo>
                  <a:lnTo>
                    <a:pt x="1088326" y="12306"/>
                  </a:lnTo>
                  <a:lnTo>
                    <a:pt x="1070546" y="6210"/>
                  </a:lnTo>
                  <a:lnTo>
                    <a:pt x="1070546" y="211899"/>
                  </a:lnTo>
                  <a:lnTo>
                    <a:pt x="1069682" y="218922"/>
                  </a:lnTo>
                  <a:lnTo>
                    <a:pt x="1043508" y="238899"/>
                  </a:lnTo>
                  <a:lnTo>
                    <a:pt x="1037463" y="238036"/>
                  </a:lnTo>
                  <a:lnTo>
                    <a:pt x="1036878" y="238036"/>
                  </a:lnTo>
                  <a:lnTo>
                    <a:pt x="997889" y="204063"/>
                  </a:lnTo>
                  <a:lnTo>
                    <a:pt x="990155" y="181203"/>
                  </a:lnTo>
                  <a:lnTo>
                    <a:pt x="992632" y="173189"/>
                  </a:lnTo>
                  <a:lnTo>
                    <a:pt x="1019390" y="119672"/>
                  </a:lnTo>
                  <a:lnTo>
                    <a:pt x="1025931" y="111290"/>
                  </a:lnTo>
                  <a:lnTo>
                    <a:pt x="1034859" y="106235"/>
                  </a:lnTo>
                  <a:lnTo>
                    <a:pt x="1045032" y="104902"/>
                  </a:lnTo>
                  <a:lnTo>
                    <a:pt x="1055293" y="107683"/>
                  </a:lnTo>
                  <a:lnTo>
                    <a:pt x="1063675" y="114211"/>
                  </a:lnTo>
                  <a:lnTo>
                    <a:pt x="1068730" y="123151"/>
                  </a:lnTo>
                  <a:lnTo>
                    <a:pt x="1070051" y="133324"/>
                  </a:lnTo>
                  <a:lnTo>
                    <a:pt x="1067282" y="143586"/>
                  </a:lnTo>
                  <a:lnTo>
                    <a:pt x="1049274" y="179793"/>
                  </a:lnTo>
                  <a:lnTo>
                    <a:pt x="1062393" y="192900"/>
                  </a:lnTo>
                  <a:lnTo>
                    <a:pt x="1066812" y="198475"/>
                  </a:lnTo>
                  <a:lnTo>
                    <a:pt x="1069568" y="204914"/>
                  </a:lnTo>
                  <a:lnTo>
                    <a:pt x="1070546" y="211899"/>
                  </a:lnTo>
                  <a:lnTo>
                    <a:pt x="1070546" y="6210"/>
                  </a:lnTo>
                  <a:lnTo>
                    <a:pt x="1066330" y="4749"/>
                  </a:lnTo>
                  <a:lnTo>
                    <a:pt x="1043470" y="0"/>
                  </a:lnTo>
                  <a:lnTo>
                    <a:pt x="1043470" y="24612"/>
                  </a:lnTo>
                  <a:lnTo>
                    <a:pt x="1041361" y="35013"/>
                  </a:lnTo>
                  <a:lnTo>
                    <a:pt x="1035634" y="43522"/>
                  </a:lnTo>
                  <a:lnTo>
                    <a:pt x="1027137" y="49250"/>
                  </a:lnTo>
                  <a:lnTo>
                    <a:pt x="1016723" y="51358"/>
                  </a:lnTo>
                  <a:lnTo>
                    <a:pt x="1006309" y="49250"/>
                  </a:lnTo>
                  <a:lnTo>
                    <a:pt x="997800" y="43522"/>
                  </a:lnTo>
                  <a:lnTo>
                    <a:pt x="992073" y="35013"/>
                  </a:lnTo>
                  <a:lnTo>
                    <a:pt x="989965" y="24612"/>
                  </a:lnTo>
                  <a:lnTo>
                    <a:pt x="989965" y="0"/>
                  </a:lnTo>
                  <a:lnTo>
                    <a:pt x="967092" y="4749"/>
                  </a:lnTo>
                  <a:lnTo>
                    <a:pt x="945095" y="12306"/>
                  </a:lnTo>
                  <a:lnTo>
                    <a:pt x="924217" y="22542"/>
                  </a:lnTo>
                  <a:lnTo>
                    <a:pt x="904671" y="35369"/>
                  </a:lnTo>
                  <a:lnTo>
                    <a:pt x="904836" y="35369"/>
                  </a:lnTo>
                  <a:lnTo>
                    <a:pt x="922172" y="52730"/>
                  </a:lnTo>
                  <a:lnTo>
                    <a:pt x="926553" y="58254"/>
                  </a:lnTo>
                  <a:lnTo>
                    <a:pt x="929309" y="64693"/>
                  </a:lnTo>
                  <a:lnTo>
                    <a:pt x="930300" y="71628"/>
                  </a:lnTo>
                  <a:lnTo>
                    <a:pt x="929436" y="78701"/>
                  </a:lnTo>
                  <a:lnTo>
                    <a:pt x="903249" y="98666"/>
                  </a:lnTo>
                  <a:lnTo>
                    <a:pt x="897166" y="97802"/>
                  </a:lnTo>
                  <a:lnTo>
                    <a:pt x="896607" y="97802"/>
                  </a:lnTo>
                  <a:lnTo>
                    <a:pt x="889889" y="94919"/>
                  </a:lnTo>
                  <a:lnTo>
                    <a:pt x="884364" y="90563"/>
                  </a:lnTo>
                  <a:lnTo>
                    <a:pt x="867003" y="73202"/>
                  </a:lnTo>
                  <a:lnTo>
                    <a:pt x="863282" y="78701"/>
                  </a:lnTo>
                  <a:lnTo>
                    <a:pt x="854100" y="92697"/>
                  </a:lnTo>
                  <a:lnTo>
                    <a:pt x="843864" y="113563"/>
                  </a:lnTo>
                  <a:lnTo>
                    <a:pt x="836320" y="135534"/>
                  </a:lnTo>
                  <a:lnTo>
                    <a:pt x="831570" y="158381"/>
                  </a:lnTo>
                  <a:lnTo>
                    <a:pt x="856183" y="158381"/>
                  </a:lnTo>
                  <a:lnTo>
                    <a:pt x="866597" y="160477"/>
                  </a:lnTo>
                  <a:lnTo>
                    <a:pt x="875106" y="166217"/>
                  </a:lnTo>
                  <a:lnTo>
                    <a:pt x="880833" y="174726"/>
                  </a:lnTo>
                  <a:lnTo>
                    <a:pt x="882942" y="185140"/>
                  </a:lnTo>
                  <a:lnTo>
                    <a:pt x="880833" y="195554"/>
                  </a:lnTo>
                  <a:lnTo>
                    <a:pt x="875106" y="204063"/>
                  </a:lnTo>
                  <a:lnTo>
                    <a:pt x="866597" y="209791"/>
                  </a:lnTo>
                  <a:lnTo>
                    <a:pt x="856183" y="211899"/>
                  </a:lnTo>
                  <a:lnTo>
                    <a:pt x="831570" y="211899"/>
                  </a:lnTo>
                  <a:lnTo>
                    <a:pt x="836333" y="234746"/>
                  </a:lnTo>
                  <a:lnTo>
                    <a:pt x="843876" y="256743"/>
                  </a:lnTo>
                  <a:lnTo>
                    <a:pt x="854113" y="277622"/>
                  </a:lnTo>
                  <a:lnTo>
                    <a:pt x="866927" y="297141"/>
                  </a:lnTo>
                  <a:lnTo>
                    <a:pt x="875144" y="288836"/>
                  </a:lnTo>
                  <a:lnTo>
                    <a:pt x="884199" y="279781"/>
                  </a:lnTo>
                  <a:lnTo>
                    <a:pt x="892746" y="274269"/>
                  </a:lnTo>
                  <a:lnTo>
                    <a:pt x="891882" y="274269"/>
                  </a:lnTo>
                  <a:lnTo>
                    <a:pt x="902792" y="272262"/>
                  </a:lnTo>
                  <a:lnTo>
                    <a:pt x="903325" y="272262"/>
                  </a:lnTo>
                  <a:lnTo>
                    <a:pt x="913269" y="274269"/>
                  </a:lnTo>
                  <a:lnTo>
                    <a:pt x="913091" y="274269"/>
                  </a:lnTo>
                  <a:lnTo>
                    <a:pt x="921359" y="279781"/>
                  </a:lnTo>
                  <a:lnTo>
                    <a:pt x="921791" y="280098"/>
                  </a:lnTo>
                  <a:lnTo>
                    <a:pt x="927595" y="288836"/>
                  </a:lnTo>
                  <a:lnTo>
                    <a:pt x="929271" y="297141"/>
                  </a:lnTo>
                  <a:lnTo>
                    <a:pt x="929576" y="298780"/>
                  </a:lnTo>
                  <a:lnTo>
                    <a:pt x="927722" y="308775"/>
                  </a:lnTo>
                  <a:lnTo>
                    <a:pt x="922032" y="317614"/>
                  </a:lnTo>
                  <a:lnTo>
                    <a:pt x="904671" y="334975"/>
                  </a:lnTo>
                  <a:lnTo>
                    <a:pt x="904798" y="334975"/>
                  </a:lnTo>
                  <a:lnTo>
                    <a:pt x="924293" y="347776"/>
                  </a:lnTo>
                  <a:lnTo>
                    <a:pt x="945159" y="358000"/>
                  </a:lnTo>
                  <a:lnTo>
                    <a:pt x="967130" y="365531"/>
                  </a:lnTo>
                  <a:lnTo>
                    <a:pt x="989965" y="370293"/>
                  </a:lnTo>
                  <a:lnTo>
                    <a:pt x="989965" y="345681"/>
                  </a:lnTo>
                  <a:lnTo>
                    <a:pt x="992073" y="335254"/>
                  </a:lnTo>
                  <a:lnTo>
                    <a:pt x="997800" y="326758"/>
                  </a:lnTo>
                  <a:lnTo>
                    <a:pt x="1006309" y="321017"/>
                  </a:lnTo>
                  <a:lnTo>
                    <a:pt x="1016723" y="318922"/>
                  </a:lnTo>
                  <a:lnTo>
                    <a:pt x="1027137" y="321017"/>
                  </a:lnTo>
                  <a:lnTo>
                    <a:pt x="1035634" y="326758"/>
                  </a:lnTo>
                  <a:lnTo>
                    <a:pt x="1041361" y="335254"/>
                  </a:lnTo>
                  <a:lnTo>
                    <a:pt x="1043470" y="345681"/>
                  </a:lnTo>
                  <a:lnTo>
                    <a:pt x="1043470" y="370293"/>
                  </a:lnTo>
                  <a:lnTo>
                    <a:pt x="1066304" y="365531"/>
                  </a:lnTo>
                  <a:lnTo>
                    <a:pt x="1088288" y="358000"/>
                  </a:lnTo>
                  <a:lnTo>
                    <a:pt x="1109154" y="347776"/>
                  </a:lnTo>
                  <a:lnTo>
                    <a:pt x="1128661" y="334975"/>
                  </a:lnTo>
                  <a:lnTo>
                    <a:pt x="1112608" y="318922"/>
                  </a:lnTo>
                  <a:lnTo>
                    <a:pt x="1111300" y="317614"/>
                  </a:lnTo>
                  <a:lnTo>
                    <a:pt x="1105623" y="308775"/>
                  </a:lnTo>
                  <a:lnTo>
                    <a:pt x="1103795" y="298780"/>
                  </a:lnTo>
                  <a:lnTo>
                    <a:pt x="1105801" y="288836"/>
                  </a:lnTo>
                  <a:lnTo>
                    <a:pt x="1111631" y="280098"/>
                  </a:lnTo>
                  <a:lnTo>
                    <a:pt x="1120368" y="274269"/>
                  </a:lnTo>
                  <a:lnTo>
                    <a:pt x="1130312" y="272262"/>
                  </a:lnTo>
                  <a:lnTo>
                    <a:pt x="1141234" y="274269"/>
                  </a:lnTo>
                  <a:lnTo>
                    <a:pt x="1140561" y="274269"/>
                  </a:lnTo>
                  <a:lnTo>
                    <a:pt x="1149134" y="279781"/>
                  </a:lnTo>
                  <a:lnTo>
                    <a:pt x="1189558" y="256743"/>
                  </a:lnTo>
                  <a:lnTo>
                    <a:pt x="1201864" y="211899"/>
                  </a:lnTo>
                  <a:lnTo>
                    <a:pt x="1177251" y="211899"/>
                  </a:lnTo>
                  <a:lnTo>
                    <a:pt x="1166837" y="209791"/>
                  </a:lnTo>
                  <a:lnTo>
                    <a:pt x="1158328" y="204063"/>
                  </a:lnTo>
                  <a:lnTo>
                    <a:pt x="1152601" y="195554"/>
                  </a:lnTo>
                  <a:lnTo>
                    <a:pt x="1150493" y="185140"/>
                  </a:lnTo>
                  <a:lnTo>
                    <a:pt x="1152601" y="174726"/>
                  </a:lnTo>
                  <a:lnTo>
                    <a:pt x="1158328" y="166217"/>
                  </a:lnTo>
                  <a:lnTo>
                    <a:pt x="1166837" y="160477"/>
                  </a:lnTo>
                  <a:lnTo>
                    <a:pt x="1177251" y="158381"/>
                  </a:lnTo>
                  <a:lnTo>
                    <a:pt x="1201864" y="158381"/>
                  </a:lnTo>
                  <a:close/>
                </a:path>
                <a:path w="1498600" h="1336039">
                  <a:moveTo>
                    <a:pt x="1498320" y="1106258"/>
                  </a:moveTo>
                  <a:lnTo>
                    <a:pt x="1460068" y="1121664"/>
                  </a:lnTo>
                  <a:lnTo>
                    <a:pt x="1414856" y="1133475"/>
                  </a:lnTo>
                  <a:lnTo>
                    <a:pt x="1364716" y="1141806"/>
                  </a:lnTo>
                  <a:lnTo>
                    <a:pt x="1311605" y="1146721"/>
                  </a:lnTo>
                  <a:lnTo>
                    <a:pt x="1257515" y="1148346"/>
                  </a:lnTo>
                  <a:lnTo>
                    <a:pt x="1236192" y="1148016"/>
                  </a:lnTo>
                  <a:lnTo>
                    <a:pt x="1214894" y="1147140"/>
                  </a:lnTo>
                  <a:lnTo>
                    <a:pt x="1193609" y="1145730"/>
                  </a:lnTo>
                  <a:lnTo>
                    <a:pt x="1172375" y="1143774"/>
                  </a:lnTo>
                  <a:lnTo>
                    <a:pt x="1169035" y="1151178"/>
                  </a:lnTo>
                  <a:lnTo>
                    <a:pt x="1164069" y="1157744"/>
                  </a:lnTo>
                  <a:lnTo>
                    <a:pt x="1123734" y="1191856"/>
                  </a:lnTo>
                  <a:lnTo>
                    <a:pt x="1123734" y="1228610"/>
                  </a:lnTo>
                  <a:lnTo>
                    <a:pt x="1121638" y="1239024"/>
                  </a:lnTo>
                  <a:lnTo>
                    <a:pt x="1115898" y="1247533"/>
                  </a:lnTo>
                  <a:lnTo>
                    <a:pt x="1107401" y="1253261"/>
                  </a:lnTo>
                  <a:lnTo>
                    <a:pt x="1096975" y="1255369"/>
                  </a:lnTo>
                  <a:lnTo>
                    <a:pt x="1088466" y="1253909"/>
                  </a:lnTo>
                  <a:lnTo>
                    <a:pt x="1081062" y="1249895"/>
                  </a:lnTo>
                  <a:lnTo>
                    <a:pt x="1075296" y="1243761"/>
                  </a:lnTo>
                  <a:lnTo>
                    <a:pt x="1071702" y="1235913"/>
                  </a:lnTo>
                  <a:lnTo>
                    <a:pt x="1016850" y="1282344"/>
                  </a:lnTo>
                  <a:lnTo>
                    <a:pt x="1058684" y="1307414"/>
                  </a:lnTo>
                  <a:lnTo>
                    <a:pt x="1106792" y="1321079"/>
                  </a:lnTo>
                  <a:lnTo>
                    <a:pt x="1173060" y="1331493"/>
                  </a:lnTo>
                  <a:lnTo>
                    <a:pt x="1257515" y="1335633"/>
                  </a:lnTo>
                  <a:lnTo>
                    <a:pt x="1342339" y="1331455"/>
                  </a:lnTo>
                  <a:lnTo>
                    <a:pt x="1408811" y="1320927"/>
                  </a:lnTo>
                  <a:lnTo>
                    <a:pt x="1456956" y="1307109"/>
                  </a:lnTo>
                  <a:lnTo>
                    <a:pt x="1486789" y="1293025"/>
                  </a:lnTo>
                  <a:lnTo>
                    <a:pt x="1498320" y="1281722"/>
                  </a:lnTo>
                  <a:lnTo>
                    <a:pt x="1498320" y="1106258"/>
                  </a:lnTo>
                  <a:close/>
                </a:path>
                <a:path w="1498600" h="1336039">
                  <a:moveTo>
                    <a:pt x="1498320" y="651408"/>
                  </a:moveTo>
                  <a:lnTo>
                    <a:pt x="1460042" y="666762"/>
                  </a:lnTo>
                  <a:lnTo>
                    <a:pt x="1414830" y="678573"/>
                  </a:lnTo>
                  <a:lnTo>
                    <a:pt x="1364691" y="686917"/>
                  </a:lnTo>
                  <a:lnTo>
                    <a:pt x="1311592" y="691870"/>
                  </a:lnTo>
                  <a:lnTo>
                    <a:pt x="1257515" y="693496"/>
                  </a:lnTo>
                  <a:lnTo>
                    <a:pt x="1223937" y="692912"/>
                  </a:lnTo>
                  <a:lnTo>
                    <a:pt x="1190409" y="690968"/>
                  </a:lnTo>
                  <a:lnTo>
                    <a:pt x="1157008" y="687654"/>
                  </a:lnTo>
                  <a:lnTo>
                    <a:pt x="1123734" y="682980"/>
                  </a:lnTo>
                  <a:lnTo>
                    <a:pt x="1123734" y="842797"/>
                  </a:lnTo>
                  <a:lnTo>
                    <a:pt x="1156970" y="847890"/>
                  </a:lnTo>
                  <a:lnTo>
                    <a:pt x="1190371" y="851458"/>
                  </a:lnTo>
                  <a:lnTo>
                    <a:pt x="1223911" y="853516"/>
                  </a:lnTo>
                  <a:lnTo>
                    <a:pt x="1257515" y="854036"/>
                  </a:lnTo>
                  <a:lnTo>
                    <a:pt x="1342186" y="849871"/>
                  </a:lnTo>
                  <a:lnTo>
                    <a:pt x="1408595" y="839368"/>
                  </a:lnTo>
                  <a:lnTo>
                    <a:pt x="1456753" y="825576"/>
                  </a:lnTo>
                  <a:lnTo>
                    <a:pt x="1486649" y="811517"/>
                  </a:lnTo>
                  <a:lnTo>
                    <a:pt x="1498320" y="800201"/>
                  </a:lnTo>
                  <a:lnTo>
                    <a:pt x="1498320" y="651408"/>
                  </a:lnTo>
                  <a:close/>
                </a:path>
                <a:path w="1498600" h="1336039">
                  <a:moveTo>
                    <a:pt x="1498320" y="586486"/>
                  </a:moveTo>
                  <a:lnTo>
                    <a:pt x="1455940" y="561111"/>
                  </a:lnTo>
                  <a:lnTo>
                    <a:pt x="1407782" y="547446"/>
                  </a:lnTo>
                  <a:lnTo>
                    <a:pt x="1341640" y="537083"/>
                  </a:lnTo>
                  <a:lnTo>
                    <a:pt x="1257515" y="532968"/>
                  </a:lnTo>
                  <a:lnTo>
                    <a:pt x="1172908" y="537133"/>
                  </a:lnTo>
                  <a:lnTo>
                    <a:pt x="1106525" y="547611"/>
                  </a:lnTo>
                  <a:lnTo>
                    <a:pt x="1058367" y="561390"/>
                  </a:lnTo>
                  <a:lnTo>
                    <a:pt x="1028433" y="575449"/>
                  </a:lnTo>
                  <a:lnTo>
                    <a:pt x="1016711" y="586955"/>
                  </a:lnTo>
                  <a:lnTo>
                    <a:pt x="1028433" y="597890"/>
                  </a:lnTo>
                  <a:lnTo>
                    <a:pt x="1058367" y="611720"/>
                  </a:lnTo>
                  <a:lnTo>
                    <a:pt x="1106525" y="625386"/>
                  </a:lnTo>
                  <a:lnTo>
                    <a:pt x="1172908" y="635825"/>
                  </a:lnTo>
                  <a:lnTo>
                    <a:pt x="1257515" y="639991"/>
                  </a:lnTo>
                  <a:lnTo>
                    <a:pt x="1341640" y="635876"/>
                  </a:lnTo>
                  <a:lnTo>
                    <a:pt x="1407782" y="625500"/>
                  </a:lnTo>
                  <a:lnTo>
                    <a:pt x="1455940" y="611847"/>
                  </a:lnTo>
                  <a:lnTo>
                    <a:pt x="1486115" y="597852"/>
                  </a:lnTo>
                  <a:lnTo>
                    <a:pt x="1498320" y="586486"/>
                  </a:lnTo>
                  <a:close/>
                </a:path>
                <a:path w="1498600" h="1336039">
                  <a:moveTo>
                    <a:pt x="1498333" y="865454"/>
                  </a:moveTo>
                  <a:lnTo>
                    <a:pt x="1460055" y="880859"/>
                  </a:lnTo>
                  <a:lnTo>
                    <a:pt x="1414843" y="892670"/>
                  </a:lnTo>
                  <a:lnTo>
                    <a:pt x="1364703" y="901001"/>
                  </a:lnTo>
                  <a:lnTo>
                    <a:pt x="1311605" y="905929"/>
                  </a:lnTo>
                  <a:lnTo>
                    <a:pt x="1257528" y="907542"/>
                  </a:lnTo>
                  <a:lnTo>
                    <a:pt x="1223937" y="906957"/>
                  </a:lnTo>
                  <a:lnTo>
                    <a:pt x="1190421" y="905002"/>
                  </a:lnTo>
                  <a:lnTo>
                    <a:pt x="1157008" y="901700"/>
                  </a:lnTo>
                  <a:lnTo>
                    <a:pt x="1123746" y="897026"/>
                  </a:lnTo>
                  <a:lnTo>
                    <a:pt x="1123746" y="1051306"/>
                  </a:lnTo>
                  <a:lnTo>
                    <a:pt x="1161173" y="1082992"/>
                  </a:lnTo>
                  <a:lnTo>
                    <a:pt x="1164043" y="1086065"/>
                  </a:lnTo>
                  <a:lnTo>
                    <a:pt x="1166533" y="1089456"/>
                  </a:lnTo>
                  <a:lnTo>
                    <a:pt x="1189202" y="1091806"/>
                  </a:lnTo>
                  <a:lnTo>
                    <a:pt x="1211948" y="1093482"/>
                  </a:lnTo>
                  <a:lnTo>
                    <a:pt x="1234719" y="1094498"/>
                  </a:lnTo>
                  <a:lnTo>
                    <a:pt x="1257528" y="1094828"/>
                  </a:lnTo>
                  <a:lnTo>
                    <a:pt x="1342275" y="1090650"/>
                  </a:lnTo>
                  <a:lnTo>
                    <a:pt x="1408722" y="1080147"/>
                  </a:lnTo>
                  <a:lnTo>
                    <a:pt x="1456867" y="1066342"/>
                  </a:lnTo>
                  <a:lnTo>
                    <a:pt x="1486725" y="1052283"/>
                  </a:lnTo>
                  <a:lnTo>
                    <a:pt x="1498333" y="1040968"/>
                  </a:lnTo>
                  <a:lnTo>
                    <a:pt x="1498333" y="865454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31871" y="3364162"/>
              <a:ext cx="160527" cy="10862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36216" y="3471189"/>
              <a:ext cx="508634" cy="455295"/>
            </a:xfrm>
            <a:custGeom>
              <a:avLst/>
              <a:gdLst/>
              <a:ahLst/>
              <a:cxnLst/>
              <a:rect l="l" t="t" r="r" b="b"/>
              <a:pathLst>
                <a:path w="508635" h="455295">
                  <a:moveTo>
                    <a:pt x="80276" y="160540"/>
                  </a:moveTo>
                  <a:lnTo>
                    <a:pt x="78168" y="150126"/>
                  </a:lnTo>
                  <a:lnTo>
                    <a:pt x="72428" y="141617"/>
                  </a:lnTo>
                  <a:lnTo>
                    <a:pt x="63919" y="135877"/>
                  </a:lnTo>
                  <a:lnTo>
                    <a:pt x="53517" y="133781"/>
                  </a:lnTo>
                  <a:lnTo>
                    <a:pt x="26758" y="133781"/>
                  </a:lnTo>
                  <a:lnTo>
                    <a:pt x="16332" y="135877"/>
                  </a:lnTo>
                  <a:lnTo>
                    <a:pt x="7835" y="141617"/>
                  </a:lnTo>
                  <a:lnTo>
                    <a:pt x="2095" y="150126"/>
                  </a:lnTo>
                  <a:lnTo>
                    <a:pt x="0" y="160540"/>
                  </a:lnTo>
                  <a:lnTo>
                    <a:pt x="2095" y="170954"/>
                  </a:lnTo>
                  <a:lnTo>
                    <a:pt x="7835" y="179463"/>
                  </a:lnTo>
                  <a:lnTo>
                    <a:pt x="16332" y="185191"/>
                  </a:lnTo>
                  <a:lnTo>
                    <a:pt x="26758" y="187299"/>
                  </a:lnTo>
                  <a:lnTo>
                    <a:pt x="53517" y="187299"/>
                  </a:lnTo>
                  <a:lnTo>
                    <a:pt x="63919" y="185191"/>
                  </a:lnTo>
                  <a:lnTo>
                    <a:pt x="72428" y="179463"/>
                  </a:lnTo>
                  <a:lnTo>
                    <a:pt x="78168" y="170954"/>
                  </a:lnTo>
                  <a:lnTo>
                    <a:pt x="80276" y="160540"/>
                  </a:lnTo>
                  <a:close/>
                </a:path>
                <a:path w="508635" h="455295">
                  <a:moveTo>
                    <a:pt x="133781" y="294322"/>
                  </a:moveTo>
                  <a:lnTo>
                    <a:pt x="131673" y="283895"/>
                  </a:lnTo>
                  <a:lnTo>
                    <a:pt x="125945" y="275399"/>
                  </a:lnTo>
                  <a:lnTo>
                    <a:pt x="117436" y="269659"/>
                  </a:lnTo>
                  <a:lnTo>
                    <a:pt x="107022" y="267563"/>
                  </a:lnTo>
                  <a:lnTo>
                    <a:pt x="80264" y="267563"/>
                  </a:lnTo>
                  <a:lnTo>
                    <a:pt x="69850" y="269659"/>
                  </a:lnTo>
                  <a:lnTo>
                    <a:pt x="61341" y="275399"/>
                  </a:lnTo>
                  <a:lnTo>
                    <a:pt x="55600" y="283895"/>
                  </a:lnTo>
                  <a:lnTo>
                    <a:pt x="53505" y="294322"/>
                  </a:lnTo>
                  <a:lnTo>
                    <a:pt x="55600" y="304736"/>
                  </a:lnTo>
                  <a:lnTo>
                    <a:pt x="61341" y="313232"/>
                  </a:lnTo>
                  <a:lnTo>
                    <a:pt x="69850" y="318973"/>
                  </a:lnTo>
                  <a:lnTo>
                    <a:pt x="80264" y="321081"/>
                  </a:lnTo>
                  <a:lnTo>
                    <a:pt x="107022" y="321081"/>
                  </a:lnTo>
                  <a:lnTo>
                    <a:pt x="117436" y="318973"/>
                  </a:lnTo>
                  <a:lnTo>
                    <a:pt x="125945" y="313232"/>
                  </a:lnTo>
                  <a:lnTo>
                    <a:pt x="131673" y="304736"/>
                  </a:lnTo>
                  <a:lnTo>
                    <a:pt x="133781" y="294322"/>
                  </a:lnTo>
                  <a:close/>
                </a:path>
                <a:path w="508635" h="455295">
                  <a:moveTo>
                    <a:pt x="133781" y="26758"/>
                  </a:moveTo>
                  <a:lnTo>
                    <a:pt x="131673" y="16344"/>
                  </a:lnTo>
                  <a:lnTo>
                    <a:pt x="125945" y="7835"/>
                  </a:lnTo>
                  <a:lnTo>
                    <a:pt x="117436" y="2108"/>
                  </a:lnTo>
                  <a:lnTo>
                    <a:pt x="107022" y="0"/>
                  </a:lnTo>
                  <a:lnTo>
                    <a:pt x="80264" y="0"/>
                  </a:lnTo>
                  <a:lnTo>
                    <a:pt x="69850" y="2108"/>
                  </a:lnTo>
                  <a:lnTo>
                    <a:pt x="61341" y="7835"/>
                  </a:lnTo>
                  <a:lnTo>
                    <a:pt x="55600" y="16344"/>
                  </a:lnTo>
                  <a:lnTo>
                    <a:pt x="53505" y="26758"/>
                  </a:lnTo>
                  <a:lnTo>
                    <a:pt x="55600" y="37172"/>
                  </a:lnTo>
                  <a:lnTo>
                    <a:pt x="61341" y="45681"/>
                  </a:lnTo>
                  <a:lnTo>
                    <a:pt x="69850" y="51422"/>
                  </a:lnTo>
                  <a:lnTo>
                    <a:pt x="80264" y="53517"/>
                  </a:lnTo>
                  <a:lnTo>
                    <a:pt x="107022" y="53517"/>
                  </a:lnTo>
                  <a:lnTo>
                    <a:pt x="117436" y="51422"/>
                  </a:lnTo>
                  <a:lnTo>
                    <a:pt x="125945" y="45681"/>
                  </a:lnTo>
                  <a:lnTo>
                    <a:pt x="131673" y="37172"/>
                  </a:lnTo>
                  <a:lnTo>
                    <a:pt x="133781" y="26758"/>
                  </a:lnTo>
                  <a:close/>
                </a:path>
                <a:path w="508635" h="455295">
                  <a:moveTo>
                    <a:pt x="240804" y="428091"/>
                  </a:moveTo>
                  <a:lnTo>
                    <a:pt x="238696" y="417677"/>
                  </a:lnTo>
                  <a:lnTo>
                    <a:pt x="232968" y="409168"/>
                  </a:lnTo>
                  <a:lnTo>
                    <a:pt x="224459" y="403440"/>
                  </a:lnTo>
                  <a:lnTo>
                    <a:pt x="214045" y="401332"/>
                  </a:lnTo>
                  <a:lnTo>
                    <a:pt x="187286" y="401332"/>
                  </a:lnTo>
                  <a:lnTo>
                    <a:pt x="176872" y="403440"/>
                  </a:lnTo>
                  <a:lnTo>
                    <a:pt x="168363" y="409168"/>
                  </a:lnTo>
                  <a:lnTo>
                    <a:pt x="162636" y="417677"/>
                  </a:lnTo>
                  <a:lnTo>
                    <a:pt x="160528" y="428091"/>
                  </a:lnTo>
                  <a:lnTo>
                    <a:pt x="162636" y="438505"/>
                  </a:lnTo>
                  <a:lnTo>
                    <a:pt x="168363" y="447014"/>
                  </a:lnTo>
                  <a:lnTo>
                    <a:pt x="176872" y="452755"/>
                  </a:lnTo>
                  <a:lnTo>
                    <a:pt x="187286" y="454850"/>
                  </a:lnTo>
                  <a:lnTo>
                    <a:pt x="214045" y="454850"/>
                  </a:lnTo>
                  <a:lnTo>
                    <a:pt x="224459" y="452755"/>
                  </a:lnTo>
                  <a:lnTo>
                    <a:pt x="232968" y="447014"/>
                  </a:lnTo>
                  <a:lnTo>
                    <a:pt x="238696" y="438505"/>
                  </a:lnTo>
                  <a:lnTo>
                    <a:pt x="240804" y="428091"/>
                  </a:lnTo>
                  <a:close/>
                </a:path>
                <a:path w="508635" h="455295">
                  <a:moveTo>
                    <a:pt x="454850" y="294309"/>
                  </a:moveTo>
                  <a:lnTo>
                    <a:pt x="452742" y="283895"/>
                  </a:lnTo>
                  <a:lnTo>
                    <a:pt x="447014" y="275386"/>
                  </a:lnTo>
                  <a:lnTo>
                    <a:pt x="438505" y="269659"/>
                  </a:lnTo>
                  <a:lnTo>
                    <a:pt x="428091" y="267550"/>
                  </a:lnTo>
                  <a:lnTo>
                    <a:pt x="214045" y="267550"/>
                  </a:lnTo>
                  <a:lnTo>
                    <a:pt x="203631" y="269659"/>
                  </a:lnTo>
                  <a:lnTo>
                    <a:pt x="195122" y="275386"/>
                  </a:lnTo>
                  <a:lnTo>
                    <a:pt x="189382" y="283895"/>
                  </a:lnTo>
                  <a:lnTo>
                    <a:pt x="187286" y="294309"/>
                  </a:lnTo>
                  <a:lnTo>
                    <a:pt x="189382" y="304736"/>
                  </a:lnTo>
                  <a:lnTo>
                    <a:pt x="195122" y="313232"/>
                  </a:lnTo>
                  <a:lnTo>
                    <a:pt x="203631" y="318973"/>
                  </a:lnTo>
                  <a:lnTo>
                    <a:pt x="214045" y="321068"/>
                  </a:lnTo>
                  <a:lnTo>
                    <a:pt x="428091" y="321068"/>
                  </a:lnTo>
                  <a:lnTo>
                    <a:pt x="438505" y="318973"/>
                  </a:lnTo>
                  <a:lnTo>
                    <a:pt x="447014" y="313232"/>
                  </a:lnTo>
                  <a:lnTo>
                    <a:pt x="452742" y="304736"/>
                  </a:lnTo>
                  <a:lnTo>
                    <a:pt x="454850" y="294309"/>
                  </a:lnTo>
                  <a:close/>
                </a:path>
                <a:path w="508635" h="455295">
                  <a:moveTo>
                    <a:pt x="454850" y="160540"/>
                  </a:moveTo>
                  <a:lnTo>
                    <a:pt x="452742" y="150114"/>
                  </a:lnTo>
                  <a:lnTo>
                    <a:pt x="447014" y="141617"/>
                  </a:lnTo>
                  <a:lnTo>
                    <a:pt x="438505" y="135877"/>
                  </a:lnTo>
                  <a:lnTo>
                    <a:pt x="428091" y="133781"/>
                  </a:lnTo>
                  <a:lnTo>
                    <a:pt x="160540" y="133781"/>
                  </a:lnTo>
                  <a:lnTo>
                    <a:pt x="150114" y="135877"/>
                  </a:lnTo>
                  <a:lnTo>
                    <a:pt x="141617" y="141617"/>
                  </a:lnTo>
                  <a:lnTo>
                    <a:pt x="135877" y="150114"/>
                  </a:lnTo>
                  <a:lnTo>
                    <a:pt x="133781" y="160540"/>
                  </a:lnTo>
                  <a:lnTo>
                    <a:pt x="135877" y="170954"/>
                  </a:lnTo>
                  <a:lnTo>
                    <a:pt x="141617" y="179463"/>
                  </a:lnTo>
                  <a:lnTo>
                    <a:pt x="150114" y="185191"/>
                  </a:lnTo>
                  <a:lnTo>
                    <a:pt x="160540" y="187299"/>
                  </a:lnTo>
                  <a:lnTo>
                    <a:pt x="428091" y="187299"/>
                  </a:lnTo>
                  <a:lnTo>
                    <a:pt x="438505" y="185191"/>
                  </a:lnTo>
                  <a:lnTo>
                    <a:pt x="447014" y="179463"/>
                  </a:lnTo>
                  <a:lnTo>
                    <a:pt x="452742" y="170954"/>
                  </a:lnTo>
                  <a:lnTo>
                    <a:pt x="454850" y="160540"/>
                  </a:lnTo>
                  <a:close/>
                </a:path>
                <a:path w="508635" h="455295">
                  <a:moveTo>
                    <a:pt x="508355" y="428091"/>
                  </a:moveTo>
                  <a:lnTo>
                    <a:pt x="506247" y="417677"/>
                  </a:lnTo>
                  <a:lnTo>
                    <a:pt x="500519" y="409168"/>
                  </a:lnTo>
                  <a:lnTo>
                    <a:pt x="492010" y="403440"/>
                  </a:lnTo>
                  <a:lnTo>
                    <a:pt x="481609" y="401332"/>
                  </a:lnTo>
                  <a:lnTo>
                    <a:pt x="321068" y="401332"/>
                  </a:lnTo>
                  <a:lnTo>
                    <a:pt x="310642" y="403440"/>
                  </a:lnTo>
                  <a:lnTo>
                    <a:pt x="302145" y="409168"/>
                  </a:lnTo>
                  <a:lnTo>
                    <a:pt x="296405" y="417677"/>
                  </a:lnTo>
                  <a:lnTo>
                    <a:pt x="294309" y="428091"/>
                  </a:lnTo>
                  <a:lnTo>
                    <a:pt x="296405" y="438505"/>
                  </a:lnTo>
                  <a:lnTo>
                    <a:pt x="302145" y="447014"/>
                  </a:lnTo>
                  <a:lnTo>
                    <a:pt x="310642" y="452742"/>
                  </a:lnTo>
                  <a:lnTo>
                    <a:pt x="321068" y="454850"/>
                  </a:lnTo>
                  <a:lnTo>
                    <a:pt x="481609" y="454850"/>
                  </a:lnTo>
                  <a:lnTo>
                    <a:pt x="492010" y="452742"/>
                  </a:lnTo>
                  <a:lnTo>
                    <a:pt x="500519" y="447014"/>
                  </a:lnTo>
                  <a:lnTo>
                    <a:pt x="506247" y="438505"/>
                  </a:lnTo>
                  <a:lnTo>
                    <a:pt x="508355" y="428091"/>
                  </a:lnTo>
                  <a:close/>
                </a:path>
                <a:path w="508635" h="455295">
                  <a:moveTo>
                    <a:pt x="508355" y="26758"/>
                  </a:moveTo>
                  <a:lnTo>
                    <a:pt x="506260" y="16344"/>
                  </a:lnTo>
                  <a:lnTo>
                    <a:pt x="500519" y="7835"/>
                  </a:lnTo>
                  <a:lnTo>
                    <a:pt x="492010" y="2108"/>
                  </a:lnTo>
                  <a:lnTo>
                    <a:pt x="481596" y="0"/>
                  </a:lnTo>
                  <a:lnTo>
                    <a:pt x="214033" y="0"/>
                  </a:lnTo>
                  <a:lnTo>
                    <a:pt x="203619" y="2108"/>
                  </a:lnTo>
                  <a:lnTo>
                    <a:pt x="195122" y="7835"/>
                  </a:lnTo>
                  <a:lnTo>
                    <a:pt x="189395" y="16344"/>
                  </a:lnTo>
                  <a:lnTo>
                    <a:pt x="187286" y="26758"/>
                  </a:lnTo>
                  <a:lnTo>
                    <a:pt x="189395" y="37172"/>
                  </a:lnTo>
                  <a:lnTo>
                    <a:pt x="195122" y="45681"/>
                  </a:lnTo>
                  <a:lnTo>
                    <a:pt x="203619" y="51422"/>
                  </a:lnTo>
                  <a:lnTo>
                    <a:pt x="214033" y="53517"/>
                  </a:lnTo>
                  <a:lnTo>
                    <a:pt x="481596" y="53517"/>
                  </a:lnTo>
                  <a:lnTo>
                    <a:pt x="492010" y="51422"/>
                  </a:lnTo>
                  <a:lnTo>
                    <a:pt x="500519" y="45681"/>
                  </a:lnTo>
                  <a:lnTo>
                    <a:pt x="506260" y="37172"/>
                  </a:lnTo>
                  <a:lnTo>
                    <a:pt x="508355" y="26758"/>
                  </a:lnTo>
                  <a:close/>
                </a:path>
              </a:pathLst>
            </a:custGeom>
            <a:solidFill>
              <a:srgbClr val="2DC2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dashboard</a:t>
            </a:r>
            <a:r>
              <a:rPr spc="-40" dirty="0"/>
              <a:t> </a:t>
            </a:r>
            <a:r>
              <a:rPr spc="-10" dirty="0"/>
              <a:t>compares</a:t>
            </a: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/>
              <a:t>It</a:t>
            </a:r>
            <a:r>
              <a:rPr sz="1950" spc="10" dirty="0"/>
              <a:t> </a:t>
            </a:r>
            <a:r>
              <a:rPr sz="1950" dirty="0"/>
              <a:t>breaks</a:t>
            </a:r>
            <a:r>
              <a:rPr sz="1950" spc="10" dirty="0"/>
              <a:t> </a:t>
            </a:r>
            <a:r>
              <a:rPr sz="1950" dirty="0"/>
              <a:t>results</a:t>
            </a:r>
            <a:r>
              <a:rPr sz="1950" spc="15" dirty="0"/>
              <a:t> </a:t>
            </a:r>
            <a:r>
              <a:rPr sz="1950" dirty="0"/>
              <a:t>down</a:t>
            </a:r>
            <a:r>
              <a:rPr sz="1950" spc="10" dirty="0"/>
              <a:t> </a:t>
            </a:r>
            <a:r>
              <a:rPr sz="1950" dirty="0"/>
              <a:t>by</a:t>
            </a:r>
            <a:r>
              <a:rPr sz="1950" spc="10" dirty="0"/>
              <a:t> </a:t>
            </a:r>
            <a:r>
              <a:rPr sz="1950" dirty="0"/>
              <a:t>species,</a:t>
            </a:r>
            <a:r>
              <a:rPr sz="1950" spc="15" dirty="0"/>
              <a:t> </a:t>
            </a:r>
            <a:r>
              <a:rPr sz="1950" dirty="0"/>
              <a:t>region,</a:t>
            </a:r>
            <a:r>
              <a:rPr sz="1950" spc="10" dirty="0"/>
              <a:t> </a:t>
            </a:r>
            <a:r>
              <a:rPr sz="1950" dirty="0"/>
              <a:t>and</a:t>
            </a:r>
            <a:r>
              <a:rPr sz="1950" spc="15" dirty="0"/>
              <a:t> </a:t>
            </a:r>
            <a:r>
              <a:rPr sz="1950" dirty="0"/>
              <a:t>start</a:t>
            </a:r>
            <a:r>
              <a:rPr sz="1950" spc="10" dirty="0"/>
              <a:t> </a:t>
            </a:r>
            <a:r>
              <a:rPr sz="1950" spc="-10" dirty="0"/>
              <a:t>month.</a:t>
            </a:r>
            <a:endParaRPr sz="1950"/>
          </a:p>
          <a:p>
            <a:pPr marL="224790" marR="60515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/>
              <a:t>It</a:t>
            </a:r>
            <a:r>
              <a:rPr sz="1950" spc="15" dirty="0"/>
              <a:t> </a:t>
            </a:r>
            <a:r>
              <a:rPr sz="1950" dirty="0"/>
              <a:t>also</a:t>
            </a:r>
            <a:r>
              <a:rPr sz="1950" spc="20" dirty="0"/>
              <a:t> </a:t>
            </a:r>
            <a:r>
              <a:rPr sz="1950" dirty="0"/>
              <a:t>groups</a:t>
            </a:r>
            <a:r>
              <a:rPr sz="1950" spc="20" dirty="0"/>
              <a:t> </a:t>
            </a:r>
            <a:r>
              <a:rPr sz="1950" dirty="0"/>
              <a:t>journeys</a:t>
            </a:r>
            <a:r>
              <a:rPr sz="1950" spc="20" dirty="0"/>
              <a:t> </a:t>
            </a:r>
            <a:r>
              <a:rPr sz="1950" dirty="0"/>
              <a:t>by</a:t>
            </a:r>
            <a:r>
              <a:rPr sz="1950" spc="20" dirty="0"/>
              <a:t> </a:t>
            </a:r>
            <a:r>
              <a:rPr sz="1950" dirty="0"/>
              <a:t>habitat,</a:t>
            </a:r>
            <a:r>
              <a:rPr sz="1950" spc="20" dirty="0"/>
              <a:t> </a:t>
            </a:r>
            <a:r>
              <a:rPr sz="1950" dirty="0"/>
              <a:t>weather,</a:t>
            </a:r>
            <a:r>
              <a:rPr sz="1950" spc="15" dirty="0"/>
              <a:t> </a:t>
            </a:r>
            <a:r>
              <a:rPr sz="1950" dirty="0"/>
              <a:t>and</a:t>
            </a:r>
            <a:r>
              <a:rPr sz="1950" spc="20" dirty="0"/>
              <a:t> </a:t>
            </a:r>
            <a:r>
              <a:rPr sz="1950" spc="-10" dirty="0"/>
              <a:t>migration 	reason.</a:t>
            </a:r>
            <a:endParaRPr sz="1950"/>
          </a:p>
          <a:p>
            <a:pPr marL="224790" marR="546100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/>
              <a:t>Interruptions</a:t>
            </a:r>
            <a:r>
              <a:rPr sz="1950" spc="30" dirty="0"/>
              <a:t> </a:t>
            </a:r>
            <a:r>
              <a:rPr sz="1950" dirty="0"/>
              <a:t>are</a:t>
            </a:r>
            <a:r>
              <a:rPr sz="1950" spc="35" dirty="0"/>
              <a:t> </a:t>
            </a:r>
            <a:r>
              <a:rPr sz="1950" dirty="0"/>
              <a:t>tracked,</a:t>
            </a:r>
            <a:r>
              <a:rPr sz="1950" spc="30" dirty="0"/>
              <a:t> </a:t>
            </a:r>
            <a:r>
              <a:rPr sz="1950" dirty="0"/>
              <a:t>including</a:t>
            </a:r>
            <a:r>
              <a:rPr sz="1950" spc="35" dirty="0"/>
              <a:t> </a:t>
            </a:r>
            <a:r>
              <a:rPr sz="1950" dirty="0"/>
              <a:t>whether</a:t>
            </a:r>
            <a:r>
              <a:rPr sz="1950" spc="35" dirty="0"/>
              <a:t> </a:t>
            </a:r>
            <a:r>
              <a:rPr sz="1950" dirty="0"/>
              <a:t>and</a:t>
            </a:r>
            <a:r>
              <a:rPr sz="1950" spc="30" dirty="0"/>
              <a:t> </a:t>
            </a:r>
            <a:r>
              <a:rPr sz="1950" dirty="0"/>
              <a:t>why</a:t>
            </a:r>
            <a:r>
              <a:rPr sz="1950" spc="35" dirty="0"/>
              <a:t> </a:t>
            </a:r>
            <a:r>
              <a:rPr sz="1950" spc="-20" dirty="0"/>
              <a:t>they 	</a:t>
            </a:r>
            <a:r>
              <a:rPr sz="1950" spc="-10" dirty="0"/>
              <a:t>occurred.</a:t>
            </a:r>
            <a:endParaRPr sz="1950"/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Char char="•"/>
            </a:pPr>
            <a:endParaRPr sz="1950"/>
          </a:p>
          <a:p>
            <a:pPr marL="12700">
              <a:lnSpc>
                <a:spcPct val="100000"/>
              </a:lnSpc>
            </a:pPr>
            <a:r>
              <a:rPr dirty="0"/>
              <a:t>How</a:t>
            </a:r>
            <a:r>
              <a:rPr spc="-85" dirty="0"/>
              <a:t> </a:t>
            </a:r>
            <a:r>
              <a:rPr dirty="0"/>
              <a:t>results</a:t>
            </a:r>
            <a:r>
              <a:rPr spc="-80" dirty="0"/>
              <a:t> </a:t>
            </a:r>
            <a:r>
              <a:rPr dirty="0"/>
              <a:t>are</a:t>
            </a:r>
            <a:r>
              <a:rPr spc="-80" dirty="0"/>
              <a:t> </a:t>
            </a:r>
            <a:r>
              <a:rPr spc="-10" dirty="0"/>
              <a:t>shown</a:t>
            </a: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/>
              <a:t>Pie</a:t>
            </a:r>
            <a:r>
              <a:rPr sz="1950" spc="45" dirty="0"/>
              <a:t> </a:t>
            </a:r>
            <a:r>
              <a:rPr sz="1950" dirty="0"/>
              <a:t>and</a:t>
            </a:r>
            <a:r>
              <a:rPr sz="1950" spc="45" dirty="0"/>
              <a:t> </a:t>
            </a:r>
            <a:r>
              <a:rPr sz="1950" dirty="0"/>
              <a:t>donut</a:t>
            </a:r>
            <a:r>
              <a:rPr sz="1950" spc="50" dirty="0"/>
              <a:t> </a:t>
            </a:r>
            <a:r>
              <a:rPr sz="1950" dirty="0"/>
              <a:t>charts</a:t>
            </a:r>
            <a:r>
              <a:rPr sz="1950" spc="45" dirty="0"/>
              <a:t> </a:t>
            </a:r>
            <a:r>
              <a:rPr sz="1950" dirty="0"/>
              <a:t>summarize</a:t>
            </a:r>
            <a:r>
              <a:rPr sz="1950" spc="50" dirty="0"/>
              <a:t> </a:t>
            </a:r>
            <a:r>
              <a:rPr sz="1950" dirty="0"/>
              <a:t>distributions</a:t>
            </a:r>
            <a:r>
              <a:rPr sz="1950" spc="45" dirty="0"/>
              <a:t> </a:t>
            </a:r>
            <a:r>
              <a:rPr sz="1950" dirty="0"/>
              <a:t>at</a:t>
            </a:r>
            <a:r>
              <a:rPr sz="1950" spc="50" dirty="0"/>
              <a:t> </a:t>
            </a:r>
            <a:r>
              <a:rPr sz="1950" dirty="0"/>
              <a:t>a</a:t>
            </a:r>
            <a:r>
              <a:rPr sz="1950" spc="45" dirty="0"/>
              <a:t> </a:t>
            </a:r>
            <a:r>
              <a:rPr sz="1950" spc="-10" dirty="0"/>
              <a:t>glance.</a:t>
            </a:r>
            <a:endParaRPr sz="1950"/>
          </a:p>
          <a:p>
            <a:pPr marL="224790" marR="200660" indent="-212725">
              <a:lnSpc>
                <a:spcPct val="101499"/>
              </a:lnSpc>
              <a:spcBef>
                <a:spcPts val="50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/>
              <a:t>Bar</a:t>
            </a:r>
            <a:r>
              <a:rPr sz="1950" spc="40" dirty="0"/>
              <a:t> </a:t>
            </a:r>
            <a:r>
              <a:rPr sz="1950" dirty="0"/>
              <a:t>charts</a:t>
            </a:r>
            <a:r>
              <a:rPr sz="1950" spc="40" dirty="0"/>
              <a:t> </a:t>
            </a:r>
            <a:r>
              <a:rPr sz="1950" dirty="0"/>
              <a:t>compare</a:t>
            </a:r>
            <a:r>
              <a:rPr sz="1950" spc="40" dirty="0"/>
              <a:t> </a:t>
            </a:r>
            <a:r>
              <a:rPr sz="1950" dirty="0"/>
              <a:t>regions</a:t>
            </a:r>
            <a:r>
              <a:rPr sz="1950" spc="40" dirty="0"/>
              <a:t> </a:t>
            </a:r>
            <a:r>
              <a:rPr sz="1950" dirty="0"/>
              <a:t>and</a:t>
            </a:r>
            <a:r>
              <a:rPr sz="1950" spc="40" dirty="0"/>
              <a:t> </a:t>
            </a:r>
            <a:r>
              <a:rPr sz="1950" dirty="0"/>
              <a:t>interruption</a:t>
            </a:r>
            <a:r>
              <a:rPr sz="1950" spc="40" dirty="0"/>
              <a:t> </a:t>
            </a:r>
            <a:r>
              <a:rPr sz="1950" dirty="0"/>
              <a:t>reasons</a:t>
            </a:r>
            <a:r>
              <a:rPr sz="1950" spc="45" dirty="0"/>
              <a:t> </a:t>
            </a:r>
            <a:r>
              <a:rPr sz="1950" dirty="0"/>
              <a:t>side</a:t>
            </a:r>
            <a:r>
              <a:rPr sz="1950" spc="40" dirty="0"/>
              <a:t> </a:t>
            </a:r>
            <a:r>
              <a:rPr sz="1950" spc="-25" dirty="0"/>
              <a:t>by 	</a:t>
            </a:r>
            <a:r>
              <a:rPr sz="1950" spc="-10" dirty="0"/>
              <a:t>side.</a:t>
            </a:r>
            <a:endParaRPr sz="1950"/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/>
              <a:t>A</a:t>
            </a:r>
            <a:r>
              <a:rPr sz="1950" spc="30" dirty="0"/>
              <a:t> </a:t>
            </a:r>
            <a:r>
              <a:rPr sz="1950" dirty="0"/>
              <a:t>line</a:t>
            </a:r>
            <a:r>
              <a:rPr sz="1950" spc="30" dirty="0"/>
              <a:t> </a:t>
            </a:r>
            <a:r>
              <a:rPr sz="1950" dirty="0"/>
              <a:t>chart</a:t>
            </a:r>
            <a:r>
              <a:rPr sz="1950" spc="35" dirty="0"/>
              <a:t> </a:t>
            </a:r>
            <a:r>
              <a:rPr sz="1950" dirty="0"/>
              <a:t>shows</a:t>
            </a:r>
            <a:r>
              <a:rPr sz="1950" spc="30" dirty="0"/>
              <a:t> </a:t>
            </a:r>
            <a:r>
              <a:rPr sz="1950" dirty="0"/>
              <a:t>how</a:t>
            </a:r>
            <a:r>
              <a:rPr sz="1950" spc="35" dirty="0"/>
              <a:t> </a:t>
            </a:r>
            <a:r>
              <a:rPr sz="1950" dirty="0"/>
              <a:t>migration</a:t>
            </a:r>
            <a:r>
              <a:rPr sz="1950" spc="30" dirty="0"/>
              <a:t> </a:t>
            </a:r>
            <a:r>
              <a:rPr sz="1950" dirty="0"/>
              <a:t>changes</a:t>
            </a:r>
            <a:r>
              <a:rPr sz="1950" spc="35" dirty="0"/>
              <a:t> </a:t>
            </a:r>
            <a:r>
              <a:rPr sz="1950" dirty="0"/>
              <a:t>across</a:t>
            </a:r>
            <a:r>
              <a:rPr sz="1950" spc="30" dirty="0"/>
              <a:t> </a:t>
            </a:r>
            <a:r>
              <a:rPr sz="1950" spc="-10" dirty="0"/>
              <a:t>months.</a:t>
            </a:r>
            <a:endParaRPr sz="1950"/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Char char="•"/>
            </a:pPr>
            <a:endParaRPr sz="1950"/>
          </a:p>
          <a:p>
            <a:pPr marL="12700">
              <a:lnSpc>
                <a:spcPct val="100000"/>
              </a:lnSpc>
            </a:pPr>
            <a:r>
              <a:rPr dirty="0"/>
              <a:t>Why</a:t>
            </a:r>
            <a:r>
              <a:rPr spc="-65" dirty="0"/>
              <a:t> </a:t>
            </a:r>
            <a:r>
              <a:rPr dirty="0"/>
              <a:t>this</a:t>
            </a:r>
            <a:r>
              <a:rPr spc="-50" dirty="0"/>
              <a:t> </a:t>
            </a:r>
            <a:r>
              <a:rPr spc="-10" dirty="0"/>
              <a:t>helps</a:t>
            </a:r>
          </a:p>
          <a:p>
            <a:pPr marL="224790" marR="611505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/>
              <a:t>It</a:t>
            </a:r>
            <a:r>
              <a:rPr sz="1950" spc="30" dirty="0"/>
              <a:t> </a:t>
            </a:r>
            <a:r>
              <a:rPr sz="1950" dirty="0"/>
              <a:t>quickly</a:t>
            </a:r>
            <a:r>
              <a:rPr sz="1950" spc="30" dirty="0"/>
              <a:t> </a:t>
            </a:r>
            <a:r>
              <a:rPr sz="1950" dirty="0"/>
              <a:t>reveals</a:t>
            </a:r>
            <a:r>
              <a:rPr sz="1950" spc="30" dirty="0"/>
              <a:t> </a:t>
            </a:r>
            <a:r>
              <a:rPr sz="1950" dirty="0"/>
              <a:t>where</a:t>
            </a:r>
            <a:r>
              <a:rPr sz="1950" spc="30" dirty="0"/>
              <a:t> </a:t>
            </a:r>
            <a:r>
              <a:rPr sz="1950" dirty="0"/>
              <a:t>migration</a:t>
            </a:r>
            <a:r>
              <a:rPr sz="1950" spc="30" dirty="0"/>
              <a:t> </a:t>
            </a:r>
            <a:r>
              <a:rPr sz="1950" dirty="0"/>
              <a:t>concentrates</a:t>
            </a:r>
            <a:r>
              <a:rPr sz="1950" spc="30" dirty="0"/>
              <a:t> </a:t>
            </a:r>
            <a:r>
              <a:rPr sz="1950" dirty="0"/>
              <a:t>and</a:t>
            </a:r>
            <a:r>
              <a:rPr sz="1950" spc="30" dirty="0"/>
              <a:t> </a:t>
            </a:r>
            <a:r>
              <a:rPr sz="1950" spc="-20" dirty="0"/>
              <a:t>what 	</a:t>
            </a:r>
            <a:r>
              <a:rPr sz="1950" dirty="0"/>
              <a:t>triggers</a:t>
            </a:r>
            <a:r>
              <a:rPr sz="1950" spc="30" dirty="0"/>
              <a:t> </a:t>
            </a:r>
            <a:r>
              <a:rPr sz="1950" spc="-25" dirty="0"/>
              <a:t>it.</a:t>
            </a:r>
            <a:endParaRPr sz="1950"/>
          </a:p>
          <a:p>
            <a:pPr marL="225425" indent="-212725">
              <a:lnSpc>
                <a:spcPct val="100000"/>
              </a:lnSpc>
              <a:spcBef>
                <a:spcPts val="53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/>
              <a:t>It</a:t>
            </a:r>
            <a:r>
              <a:rPr sz="1950" spc="35" dirty="0"/>
              <a:t> </a:t>
            </a:r>
            <a:r>
              <a:rPr sz="1950" dirty="0"/>
              <a:t>highlights</a:t>
            </a:r>
            <a:r>
              <a:rPr sz="1950" spc="35" dirty="0"/>
              <a:t> </a:t>
            </a:r>
            <a:r>
              <a:rPr sz="1950" dirty="0"/>
              <a:t>the</a:t>
            </a:r>
            <a:r>
              <a:rPr sz="1950" spc="40" dirty="0"/>
              <a:t> </a:t>
            </a:r>
            <a:r>
              <a:rPr sz="1950" dirty="0"/>
              <a:t>biggest</a:t>
            </a:r>
            <a:r>
              <a:rPr sz="1950" spc="35" dirty="0"/>
              <a:t> </a:t>
            </a:r>
            <a:r>
              <a:rPr sz="1950" dirty="0"/>
              <a:t>disruption</a:t>
            </a:r>
            <a:r>
              <a:rPr sz="1950" spc="35" dirty="0"/>
              <a:t> </a:t>
            </a:r>
            <a:r>
              <a:rPr sz="1950" dirty="0"/>
              <a:t>drivers,</a:t>
            </a:r>
            <a:r>
              <a:rPr sz="1950" spc="40" dirty="0"/>
              <a:t> </a:t>
            </a:r>
            <a:r>
              <a:rPr sz="1950" dirty="0"/>
              <a:t>guiding</a:t>
            </a:r>
            <a:r>
              <a:rPr sz="1950" spc="35" dirty="0"/>
              <a:t> </a:t>
            </a:r>
            <a:r>
              <a:rPr sz="1950" dirty="0"/>
              <a:t>focus</a:t>
            </a:r>
            <a:r>
              <a:rPr sz="1950" spc="40" dirty="0"/>
              <a:t> </a:t>
            </a:r>
            <a:r>
              <a:rPr sz="1950" spc="-10" dirty="0"/>
              <a:t>areas.</a:t>
            </a:r>
            <a:endParaRPr sz="195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566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ANALYSIS</a:t>
            </a:r>
            <a:r>
              <a:rPr spc="-10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INSIGHTS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95812"/>
            <a:ext cx="8686800" cy="57911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605381" y="8426601"/>
            <a:ext cx="6372860" cy="0"/>
          </a:xfrm>
          <a:custGeom>
            <a:avLst/>
            <a:gdLst/>
            <a:ahLst/>
            <a:cxnLst/>
            <a:rect l="l" t="t" r="r" b="b"/>
            <a:pathLst>
              <a:path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6971" y="3132289"/>
            <a:ext cx="9084310" cy="3594735"/>
          </a:xfrm>
          <a:custGeom>
            <a:avLst/>
            <a:gdLst/>
            <a:ahLst/>
            <a:cxnLst/>
            <a:rect l="l" t="t" r="r" b="b"/>
            <a:pathLst>
              <a:path w="9084310" h="3594734">
                <a:moveTo>
                  <a:pt x="395998" y="3198266"/>
                </a:moveTo>
                <a:lnTo>
                  <a:pt x="100050" y="3198266"/>
                </a:lnTo>
                <a:lnTo>
                  <a:pt x="100050" y="3249765"/>
                </a:lnTo>
                <a:lnTo>
                  <a:pt x="308076" y="3249765"/>
                </a:lnTo>
                <a:lnTo>
                  <a:pt x="0" y="3557841"/>
                </a:lnTo>
                <a:lnTo>
                  <a:pt x="36410" y="3594265"/>
                </a:lnTo>
                <a:lnTo>
                  <a:pt x="344487" y="3286188"/>
                </a:lnTo>
                <a:lnTo>
                  <a:pt x="344487" y="3494214"/>
                </a:lnTo>
                <a:lnTo>
                  <a:pt x="395998" y="3494214"/>
                </a:lnTo>
                <a:lnTo>
                  <a:pt x="395998" y="3198266"/>
                </a:lnTo>
                <a:close/>
              </a:path>
              <a:path w="9084310" h="3594734">
                <a:moveTo>
                  <a:pt x="395998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10" y="395998"/>
                </a:lnTo>
                <a:lnTo>
                  <a:pt x="344487" y="87909"/>
                </a:lnTo>
                <a:lnTo>
                  <a:pt x="344487" y="295948"/>
                </a:lnTo>
                <a:lnTo>
                  <a:pt x="395998" y="295948"/>
                </a:lnTo>
                <a:lnTo>
                  <a:pt x="395998" y="0"/>
                </a:lnTo>
                <a:close/>
              </a:path>
              <a:path w="9084310" h="3594734">
                <a:moveTo>
                  <a:pt x="9083840" y="3198266"/>
                </a:moveTo>
                <a:lnTo>
                  <a:pt x="8787892" y="3198266"/>
                </a:lnTo>
                <a:lnTo>
                  <a:pt x="8787892" y="3249765"/>
                </a:lnTo>
                <a:lnTo>
                  <a:pt x="8995918" y="3249765"/>
                </a:lnTo>
                <a:lnTo>
                  <a:pt x="8687841" y="3557841"/>
                </a:lnTo>
                <a:lnTo>
                  <a:pt x="8724265" y="3594265"/>
                </a:lnTo>
                <a:lnTo>
                  <a:pt x="9032329" y="3286188"/>
                </a:lnTo>
                <a:lnTo>
                  <a:pt x="9032329" y="3494214"/>
                </a:lnTo>
                <a:lnTo>
                  <a:pt x="9083840" y="3494214"/>
                </a:lnTo>
                <a:lnTo>
                  <a:pt x="9083840" y="3198266"/>
                </a:lnTo>
                <a:close/>
              </a:path>
              <a:path w="9084310" h="3594734">
                <a:moveTo>
                  <a:pt x="9083840" y="0"/>
                </a:moveTo>
                <a:lnTo>
                  <a:pt x="8787892" y="0"/>
                </a:lnTo>
                <a:lnTo>
                  <a:pt x="8787892" y="51498"/>
                </a:lnTo>
                <a:lnTo>
                  <a:pt x="8995918" y="51498"/>
                </a:lnTo>
                <a:lnTo>
                  <a:pt x="8687841" y="359575"/>
                </a:lnTo>
                <a:lnTo>
                  <a:pt x="8724265" y="395998"/>
                </a:lnTo>
                <a:lnTo>
                  <a:pt x="9032329" y="87909"/>
                </a:lnTo>
                <a:lnTo>
                  <a:pt x="9032329" y="295948"/>
                </a:lnTo>
                <a:lnTo>
                  <a:pt x="9083840" y="295948"/>
                </a:lnTo>
                <a:lnTo>
                  <a:pt x="9083840" y="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5866" y="1612394"/>
            <a:ext cx="686815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2DC295"/>
                </a:solidFill>
                <a:latin typeface="DM Sans"/>
                <a:cs typeface="DM Sans"/>
              </a:rPr>
              <a:t>Where</a:t>
            </a:r>
            <a:r>
              <a:rPr sz="4600" spc="-8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4600" dirty="0">
                <a:solidFill>
                  <a:srgbClr val="2DC295"/>
                </a:solidFill>
                <a:latin typeface="DM Sans"/>
                <a:cs typeface="DM Sans"/>
              </a:rPr>
              <a:t>Migration</a:t>
            </a:r>
            <a:r>
              <a:rPr sz="4600" spc="-7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4600" spc="-20" dirty="0">
                <a:solidFill>
                  <a:srgbClr val="2DC295"/>
                </a:solidFill>
                <a:latin typeface="DM Sans"/>
                <a:cs typeface="DM Sans"/>
              </a:rPr>
              <a:t>Clusters</a:t>
            </a:r>
            <a:endParaRPr sz="4600">
              <a:latin typeface="DM Sans"/>
              <a:cs typeface="DM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785" y="561158"/>
            <a:ext cx="2599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04191A"/>
                </a:solidFill>
                <a:latin typeface="DM Sans"/>
                <a:cs typeface="DM Sans"/>
              </a:rPr>
              <a:t>ANALYSIS</a:t>
            </a:r>
            <a:r>
              <a:rPr sz="1800" spc="-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80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800" spc="-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800" spc="-10" dirty="0">
                <a:solidFill>
                  <a:srgbClr val="04191A"/>
                </a:solidFill>
                <a:latin typeface="DM Sans"/>
                <a:cs typeface="DM Sans"/>
              </a:rPr>
              <a:t>INSIGHTS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93709" y="6178782"/>
            <a:ext cx="151447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25" dirty="0">
                <a:solidFill>
                  <a:srgbClr val="2DC295"/>
                </a:solidFill>
                <a:latin typeface="DM Sans"/>
                <a:cs typeface="DM Sans"/>
              </a:rPr>
              <a:t>04.</a:t>
            </a:r>
            <a:endParaRPr sz="7300">
              <a:latin typeface="DM Sans"/>
              <a:cs typeface="DM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93709" y="7179542"/>
            <a:ext cx="297116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What</a:t>
            </a:r>
            <a:r>
              <a:rPr sz="2900" spc="-3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this</a:t>
            </a:r>
            <a:r>
              <a:rPr sz="2900" spc="-3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implies</a:t>
            </a:r>
            <a:endParaRPr sz="2900">
              <a:latin typeface="DM Sans"/>
              <a:cs typeface="DM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866" y="6178782"/>
            <a:ext cx="147129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25" dirty="0">
                <a:solidFill>
                  <a:srgbClr val="2DC295"/>
                </a:solidFill>
                <a:latin typeface="DM Sans"/>
                <a:cs typeface="DM Sans"/>
              </a:rPr>
              <a:t>03.</a:t>
            </a:r>
            <a:endParaRPr sz="730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5866" y="7179542"/>
            <a:ext cx="264414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Seasonal</a:t>
            </a:r>
            <a:r>
              <a:rPr sz="2900" spc="-12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peaks</a:t>
            </a:r>
            <a:endParaRPr sz="290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93709" y="2980511"/>
            <a:ext cx="144335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25" dirty="0">
                <a:solidFill>
                  <a:srgbClr val="2DC295"/>
                </a:solidFill>
                <a:latin typeface="DM Sans"/>
                <a:cs typeface="DM Sans"/>
              </a:rPr>
              <a:t>02.</a:t>
            </a:r>
            <a:endParaRPr sz="730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3709" y="3981270"/>
            <a:ext cx="395605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Regional</a:t>
            </a:r>
            <a:r>
              <a:rPr sz="2900" spc="-13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concentration</a:t>
            </a:r>
            <a:endParaRPr sz="290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866" y="2980511"/>
            <a:ext cx="124968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25" dirty="0">
                <a:solidFill>
                  <a:srgbClr val="2DC295"/>
                </a:solidFill>
                <a:latin typeface="DM Sans"/>
                <a:cs typeface="DM Sans"/>
              </a:rPr>
              <a:t>01.</a:t>
            </a:r>
            <a:endParaRPr sz="7300">
              <a:latin typeface="DM Sans"/>
              <a:cs typeface="DM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5866" y="3981270"/>
            <a:ext cx="299402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Species</a:t>
            </a:r>
            <a:r>
              <a:rPr sz="2900" spc="-11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hotspots</a:t>
            </a:r>
            <a:endParaRPr sz="2900">
              <a:latin typeface="DM Sans"/>
              <a:cs typeface="DM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18565" y="2919034"/>
            <a:ext cx="16450310" cy="3217545"/>
            <a:chOff x="918565" y="2919034"/>
            <a:chExt cx="16450310" cy="3217545"/>
          </a:xfrm>
        </p:grpSpPr>
        <p:sp>
          <p:nvSpPr>
            <p:cNvPr id="15" name="object 15"/>
            <p:cNvSpPr/>
            <p:nvPr/>
          </p:nvSpPr>
          <p:spPr>
            <a:xfrm>
              <a:off x="9606408" y="6126829"/>
              <a:ext cx="7762240" cy="0"/>
            </a:xfrm>
            <a:custGeom>
              <a:avLst/>
              <a:gdLst/>
              <a:ahLst/>
              <a:cxnLst/>
              <a:rect l="l" t="t" r="r" b="b"/>
              <a:pathLst>
                <a:path w="7762240">
                  <a:moveTo>
                    <a:pt x="77618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8565" y="6126829"/>
              <a:ext cx="7762240" cy="0"/>
            </a:xfrm>
            <a:custGeom>
              <a:avLst/>
              <a:gdLst/>
              <a:ahLst/>
              <a:cxnLst/>
              <a:rect l="l" t="t" r="r" b="b"/>
              <a:pathLst>
                <a:path w="7762240">
                  <a:moveTo>
                    <a:pt x="77618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06408" y="2928559"/>
              <a:ext cx="7762240" cy="0"/>
            </a:xfrm>
            <a:custGeom>
              <a:avLst/>
              <a:gdLst/>
              <a:ahLst/>
              <a:cxnLst/>
              <a:rect l="l" t="t" r="r" b="b"/>
              <a:pathLst>
                <a:path w="7762240">
                  <a:moveTo>
                    <a:pt x="77618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8565" y="2928559"/>
              <a:ext cx="7762240" cy="0"/>
            </a:xfrm>
            <a:custGeom>
              <a:avLst/>
              <a:gdLst/>
              <a:ahLst/>
              <a:cxnLst/>
              <a:rect l="l" t="t" r="r" b="b"/>
              <a:pathLst>
                <a:path w="7762240">
                  <a:moveTo>
                    <a:pt x="77618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586267" y="8009243"/>
            <a:ext cx="7114540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" marR="5080" indent="-212725">
              <a:lnSpc>
                <a:spcPct val="101499"/>
              </a:lnSpc>
              <a:spcBef>
                <a:spcPts val="9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Migration</a:t>
            </a:r>
            <a:r>
              <a:rPr sz="1950" spc="5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clusters</a:t>
            </a:r>
            <a:r>
              <a:rPr sz="1950" spc="5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around</a:t>
            </a:r>
            <a:r>
              <a:rPr sz="1950" spc="5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specific</a:t>
            </a:r>
            <a:r>
              <a:rPr sz="1950" spc="5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species</a:t>
            </a:r>
            <a:r>
              <a:rPr sz="1950" spc="5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and</a:t>
            </a:r>
            <a:r>
              <a:rPr sz="1950" spc="5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months,</a:t>
            </a:r>
            <a:r>
              <a:rPr sz="1950" spc="50" dirty="0">
                <a:latin typeface="DM Sans"/>
                <a:cs typeface="DM Sans"/>
              </a:rPr>
              <a:t> </a:t>
            </a:r>
            <a:r>
              <a:rPr sz="1950" spc="-25" dirty="0">
                <a:latin typeface="DM Sans"/>
                <a:cs typeface="DM Sans"/>
              </a:rPr>
              <a:t>not 	</a:t>
            </a:r>
            <a:r>
              <a:rPr sz="1950" dirty="0">
                <a:latin typeface="DM Sans"/>
                <a:cs typeface="DM Sans"/>
              </a:rPr>
              <a:t>evenly</a:t>
            </a:r>
            <a:r>
              <a:rPr sz="1950" spc="-30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spread.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8425" y="8009243"/>
            <a:ext cx="7774940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" marR="271145" indent="-212725">
              <a:lnSpc>
                <a:spcPct val="101499"/>
              </a:lnSpc>
              <a:spcBef>
                <a:spcPts val="9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Hawk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migration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is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strongest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in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March,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showing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clear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seasonal 	spike.</a:t>
            </a:r>
            <a:endParaRPr sz="195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3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latin typeface="DM Sans"/>
                <a:cs typeface="DM Sans"/>
              </a:rPr>
              <a:t>Across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birds,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January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also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stands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out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as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high-migration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month.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86267" y="4810973"/>
            <a:ext cx="7420609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" marR="5080" indent="-212725">
              <a:lnSpc>
                <a:spcPct val="101499"/>
              </a:lnSpc>
              <a:spcBef>
                <a:spcPts val="9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South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America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records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the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largest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overall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volume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of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migration 	journeys.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8425" y="4810973"/>
            <a:ext cx="7412990" cy="629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" marR="5080" indent="-212725">
              <a:lnSpc>
                <a:spcPct val="101499"/>
              </a:lnSpc>
              <a:spcBef>
                <a:spcPts val="9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Hawks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show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the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highest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migration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activity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among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the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species 	tracked.</a:t>
            </a:r>
            <a:endParaRPr sz="195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76971" y="3604500"/>
            <a:ext cx="9084310" cy="3293110"/>
          </a:xfrm>
          <a:custGeom>
            <a:avLst/>
            <a:gdLst/>
            <a:ahLst/>
            <a:cxnLst/>
            <a:rect l="l" t="t" r="r" b="b"/>
            <a:pathLst>
              <a:path w="9084310" h="3293109">
                <a:moveTo>
                  <a:pt x="395998" y="2896552"/>
                </a:moveTo>
                <a:lnTo>
                  <a:pt x="100050" y="2896552"/>
                </a:lnTo>
                <a:lnTo>
                  <a:pt x="100050" y="2948051"/>
                </a:lnTo>
                <a:lnTo>
                  <a:pt x="308076" y="2948051"/>
                </a:lnTo>
                <a:lnTo>
                  <a:pt x="0" y="3256127"/>
                </a:lnTo>
                <a:lnTo>
                  <a:pt x="36410" y="3292551"/>
                </a:lnTo>
                <a:lnTo>
                  <a:pt x="344487" y="2984474"/>
                </a:lnTo>
                <a:lnTo>
                  <a:pt x="344487" y="3192500"/>
                </a:lnTo>
                <a:lnTo>
                  <a:pt x="395998" y="3192500"/>
                </a:lnTo>
                <a:lnTo>
                  <a:pt x="395998" y="2896552"/>
                </a:lnTo>
                <a:close/>
              </a:path>
              <a:path w="9084310" h="3293109">
                <a:moveTo>
                  <a:pt x="395998" y="0"/>
                </a:moveTo>
                <a:lnTo>
                  <a:pt x="100050" y="0"/>
                </a:lnTo>
                <a:lnTo>
                  <a:pt x="100050" y="51498"/>
                </a:lnTo>
                <a:lnTo>
                  <a:pt x="308076" y="51498"/>
                </a:lnTo>
                <a:lnTo>
                  <a:pt x="0" y="359575"/>
                </a:lnTo>
                <a:lnTo>
                  <a:pt x="36410" y="395998"/>
                </a:lnTo>
                <a:lnTo>
                  <a:pt x="344487" y="87922"/>
                </a:lnTo>
                <a:lnTo>
                  <a:pt x="344487" y="295948"/>
                </a:lnTo>
                <a:lnTo>
                  <a:pt x="395998" y="295948"/>
                </a:lnTo>
                <a:lnTo>
                  <a:pt x="395998" y="0"/>
                </a:lnTo>
                <a:close/>
              </a:path>
              <a:path w="9084310" h="3293109">
                <a:moveTo>
                  <a:pt x="9083840" y="2896552"/>
                </a:moveTo>
                <a:lnTo>
                  <a:pt x="8787892" y="2896552"/>
                </a:lnTo>
                <a:lnTo>
                  <a:pt x="8787892" y="2948051"/>
                </a:lnTo>
                <a:lnTo>
                  <a:pt x="8995918" y="2948051"/>
                </a:lnTo>
                <a:lnTo>
                  <a:pt x="8687841" y="3256127"/>
                </a:lnTo>
                <a:lnTo>
                  <a:pt x="8724265" y="3292551"/>
                </a:lnTo>
                <a:lnTo>
                  <a:pt x="9032329" y="2984474"/>
                </a:lnTo>
                <a:lnTo>
                  <a:pt x="9032329" y="3192500"/>
                </a:lnTo>
                <a:lnTo>
                  <a:pt x="9083840" y="3192500"/>
                </a:lnTo>
                <a:lnTo>
                  <a:pt x="9083840" y="2896552"/>
                </a:lnTo>
                <a:close/>
              </a:path>
              <a:path w="9084310" h="3293109">
                <a:moveTo>
                  <a:pt x="9083840" y="0"/>
                </a:moveTo>
                <a:lnTo>
                  <a:pt x="8787892" y="0"/>
                </a:lnTo>
                <a:lnTo>
                  <a:pt x="8787892" y="51498"/>
                </a:lnTo>
                <a:lnTo>
                  <a:pt x="8995918" y="51498"/>
                </a:lnTo>
                <a:lnTo>
                  <a:pt x="8687841" y="359575"/>
                </a:lnTo>
                <a:lnTo>
                  <a:pt x="8724265" y="395998"/>
                </a:lnTo>
                <a:lnTo>
                  <a:pt x="9032329" y="87922"/>
                </a:lnTo>
                <a:lnTo>
                  <a:pt x="9032329" y="295948"/>
                </a:lnTo>
                <a:lnTo>
                  <a:pt x="9083840" y="295948"/>
                </a:lnTo>
                <a:lnTo>
                  <a:pt x="9083840" y="0"/>
                </a:lnTo>
                <a:close/>
              </a:path>
            </a:pathLst>
          </a:custGeom>
          <a:solidFill>
            <a:srgbClr val="2DC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5866" y="1612394"/>
            <a:ext cx="648462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solidFill>
                  <a:srgbClr val="2DC295"/>
                </a:solidFill>
                <a:latin typeface="DM Sans"/>
                <a:cs typeface="DM Sans"/>
              </a:rPr>
              <a:t>Performance</a:t>
            </a:r>
            <a:r>
              <a:rPr sz="4600" spc="-12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4600" dirty="0">
                <a:solidFill>
                  <a:srgbClr val="2DC295"/>
                </a:solidFill>
                <a:latin typeface="DM Sans"/>
                <a:cs typeface="DM Sans"/>
              </a:rPr>
              <a:t>&amp;</a:t>
            </a:r>
            <a:r>
              <a:rPr sz="4600" spc="-114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4600" spc="-10" dirty="0">
                <a:solidFill>
                  <a:srgbClr val="2DC295"/>
                </a:solidFill>
                <a:latin typeface="DM Sans"/>
                <a:cs typeface="DM Sans"/>
              </a:rPr>
              <a:t>Success</a:t>
            </a:r>
            <a:endParaRPr sz="4600">
              <a:latin typeface="DM Sans"/>
              <a:cs typeface="DM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785" y="561158"/>
            <a:ext cx="2599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04191A"/>
                </a:solidFill>
                <a:latin typeface="DM Sans"/>
                <a:cs typeface="DM Sans"/>
              </a:rPr>
              <a:t>ANALYSIS</a:t>
            </a:r>
            <a:r>
              <a:rPr sz="1800" spc="-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80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800" spc="-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800" spc="-10" dirty="0">
                <a:solidFill>
                  <a:srgbClr val="04191A"/>
                </a:solidFill>
                <a:latin typeface="DM Sans"/>
                <a:cs typeface="DM Sans"/>
              </a:rPr>
              <a:t>INSIGHTS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93709" y="6349281"/>
            <a:ext cx="151447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25" dirty="0">
                <a:solidFill>
                  <a:srgbClr val="2DC295"/>
                </a:solidFill>
                <a:latin typeface="DM Sans"/>
                <a:cs typeface="DM Sans"/>
              </a:rPr>
              <a:t>04.</a:t>
            </a:r>
            <a:endParaRPr sz="7300">
              <a:latin typeface="DM Sans"/>
              <a:cs typeface="DM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93709" y="7350041"/>
            <a:ext cx="2330450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Key</a:t>
            </a:r>
            <a:r>
              <a:rPr sz="2900" spc="-17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spc="-25" dirty="0">
                <a:solidFill>
                  <a:srgbClr val="2DC295"/>
                </a:solidFill>
                <a:latin typeface="DM Sans"/>
                <a:cs typeface="DM Sans"/>
              </a:rPr>
              <a:t>takeaway</a:t>
            </a:r>
            <a:endParaRPr sz="2900">
              <a:latin typeface="DM Sans"/>
              <a:cs typeface="DM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5866" y="6349281"/>
            <a:ext cx="147129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25" dirty="0">
                <a:solidFill>
                  <a:srgbClr val="2DC295"/>
                </a:solidFill>
                <a:latin typeface="DM Sans"/>
                <a:cs typeface="DM Sans"/>
              </a:rPr>
              <a:t>03.</a:t>
            </a:r>
            <a:endParaRPr sz="730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5866" y="7350041"/>
            <a:ext cx="558609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Where</a:t>
            </a:r>
            <a:r>
              <a:rPr sz="2900" spc="-7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success</a:t>
            </a:r>
            <a:r>
              <a:rPr sz="2900" spc="-7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is</a:t>
            </a:r>
            <a:r>
              <a:rPr sz="2900" spc="-7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most</a:t>
            </a:r>
            <a:r>
              <a:rPr sz="2900" spc="-7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common</a:t>
            </a:r>
            <a:endParaRPr sz="290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93709" y="3452722"/>
            <a:ext cx="1443355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25" dirty="0">
                <a:solidFill>
                  <a:srgbClr val="2DC295"/>
                </a:solidFill>
                <a:latin typeface="DM Sans"/>
                <a:cs typeface="DM Sans"/>
              </a:rPr>
              <a:t>02.</a:t>
            </a:r>
            <a:endParaRPr sz="7300">
              <a:latin typeface="DM Sans"/>
              <a:cs typeface="DM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3709" y="4453482"/>
            <a:ext cx="452056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Highest</a:t>
            </a:r>
            <a:r>
              <a:rPr sz="2900" spc="-12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migration</a:t>
            </a:r>
            <a:r>
              <a:rPr sz="2900" spc="-125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success</a:t>
            </a:r>
            <a:endParaRPr sz="290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866" y="3452722"/>
            <a:ext cx="1249680" cy="1137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300" b="1" spc="-25" dirty="0">
                <a:solidFill>
                  <a:srgbClr val="2DC295"/>
                </a:solidFill>
                <a:latin typeface="DM Sans"/>
                <a:cs typeface="DM Sans"/>
              </a:rPr>
              <a:t>01.</a:t>
            </a:r>
            <a:endParaRPr sz="7300">
              <a:latin typeface="DM Sans"/>
              <a:cs typeface="DM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5866" y="4453482"/>
            <a:ext cx="466915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45" dirty="0">
                <a:solidFill>
                  <a:srgbClr val="2DC295"/>
                </a:solidFill>
                <a:latin typeface="DM Sans"/>
                <a:cs typeface="DM Sans"/>
              </a:rPr>
              <a:t>Top</a:t>
            </a:r>
            <a:r>
              <a:rPr sz="2900" spc="-15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2DC295"/>
                </a:solidFill>
                <a:latin typeface="DM Sans"/>
                <a:cs typeface="DM Sans"/>
              </a:rPr>
              <a:t>migration</a:t>
            </a:r>
            <a:r>
              <a:rPr sz="2900" spc="-170" dirty="0">
                <a:solidFill>
                  <a:srgbClr val="2DC295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2DC295"/>
                </a:solidFill>
                <a:latin typeface="DM Sans"/>
                <a:cs typeface="DM Sans"/>
              </a:rPr>
              <a:t>performance</a:t>
            </a:r>
            <a:endParaRPr sz="2900">
              <a:latin typeface="DM Sans"/>
              <a:cs typeface="DM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18565" y="3391245"/>
            <a:ext cx="16450310" cy="2915920"/>
            <a:chOff x="918565" y="3391245"/>
            <a:chExt cx="16450310" cy="2915920"/>
          </a:xfrm>
        </p:grpSpPr>
        <p:sp>
          <p:nvSpPr>
            <p:cNvPr id="15" name="object 15"/>
            <p:cNvSpPr/>
            <p:nvPr/>
          </p:nvSpPr>
          <p:spPr>
            <a:xfrm>
              <a:off x="9606408" y="6297327"/>
              <a:ext cx="7762240" cy="0"/>
            </a:xfrm>
            <a:custGeom>
              <a:avLst/>
              <a:gdLst/>
              <a:ahLst/>
              <a:cxnLst/>
              <a:rect l="l" t="t" r="r" b="b"/>
              <a:pathLst>
                <a:path w="7762240">
                  <a:moveTo>
                    <a:pt x="77618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8565" y="6297327"/>
              <a:ext cx="7762240" cy="0"/>
            </a:xfrm>
            <a:custGeom>
              <a:avLst/>
              <a:gdLst/>
              <a:ahLst/>
              <a:cxnLst/>
              <a:rect l="l" t="t" r="r" b="b"/>
              <a:pathLst>
                <a:path w="7762240">
                  <a:moveTo>
                    <a:pt x="77618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06408" y="3400770"/>
              <a:ext cx="7762240" cy="0"/>
            </a:xfrm>
            <a:custGeom>
              <a:avLst/>
              <a:gdLst/>
              <a:ahLst/>
              <a:cxnLst/>
              <a:rect l="l" t="t" r="r" b="b"/>
              <a:pathLst>
                <a:path w="7762240">
                  <a:moveTo>
                    <a:pt x="77618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8565" y="3400770"/>
              <a:ext cx="7762240" cy="0"/>
            </a:xfrm>
            <a:custGeom>
              <a:avLst/>
              <a:gdLst/>
              <a:ahLst/>
              <a:cxnLst/>
              <a:rect l="l" t="t" r="r" b="b"/>
              <a:pathLst>
                <a:path w="7762240">
                  <a:moveTo>
                    <a:pt x="776187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586267" y="8179742"/>
            <a:ext cx="683640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latin typeface="DM Sans"/>
                <a:cs typeface="DM Sans"/>
              </a:rPr>
              <a:t>Peak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performance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and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peak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success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do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not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always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align.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8425" y="8179742"/>
            <a:ext cx="7214234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latin typeface="DM Sans"/>
                <a:cs typeface="DM Sans"/>
              </a:rPr>
              <a:t>Successful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journeys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occurred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most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often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in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b="1" dirty="0">
                <a:latin typeface="DM Sans"/>
                <a:cs typeface="DM Sans"/>
              </a:rPr>
              <a:t>North</a:t>
            </a:r>
            <a:r>
              <a:rPr sz="1950" b="1" spc="30" dirty="0">
                <a:latin typeface="DM Sans"/>
                <a:cs typeface="DM Sans"/>
              </a:rPr>
              <a:t> </a:t>
            </a:r>
            <a:r>
              <a:rPr sz="1950" b="1" spc="-10" dirty="0">
                <a:latin typeface="DM Sans"/>
                <a:cs typeface="DM Sans"/>
              </a:rPr>
              <a:t>America</a:t>
            </a:r>
            <a:r>
              <a:rPr sz="1950" spc="-10" dirty="0">
                <a:latin typeface="DM Sans"/>
                <a:cs typeface="DM Sans"/>
              </a:rPr>
              <a:t>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86267" y="5283184"/>
            <a:ext cx="717804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latin typeface="DM Sans"/>
                <a:cs typeface="DM Sans"/>
              </a:rPr>
              <a:t>Warblers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delivered</a:t>
            </a:r>
            <a:r>
              <a:rPr sz="1950" spc="4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the</a:t>
            </a:r>
            <a:r>
              <a:rPr sz="1950" spc="4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most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b="1" dirty="0">
                <a:latin typeface="DM Sans"/>
                <a:cs typeface="DM Sans"/>
              </a:rPr>
              <a:t>successful</a:t>
            </a:r>
            <a:r>
              <a:rPr sz="1950" b="1" spc="35" dirty="0">
                <a:latin typeface="DM Sans"/>
                <a:cs typeface="DM Sans"/>
              </a:rPr>
              <a:t> </a:t>
            </a:r>
            <a:r>
              <a:rPr sz="1950" b="1" dirty="0">
                <a:latin typeface="DM Sans"/>
                <a:cs typeface="DM Sans"/>
              </a:rPr>
              <a:t>migrations</a:t>
            </a:r>
            <a:r>
              <a:rPr sz="1950" b="1" spc="100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overall.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98425" y="5283184"/>
            <a:ext cx="760603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latin typeface="DM Sans"/>
                <a:cs typeface="DM Sans"/>
              </a:rPr>
              <a:t>Storks</a:t>
            </a:r>
            <a:r>
              <a:rPr sz="1950" spc="1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achieved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the</a:t>
            </a:r>
            <a:r>
              <a:rPr sz="1950" spc="10" dirty="0">
                <a:latin typeface="DM Sans"/>
                <a:cs typeface="DM Sans"/>
              </a:rPr>
              <a:t> </a:t>
            </a:r>
            <a:r>
              <a:rPr sz="1950" b="1" dirty="0">
                <a:latin typeface="DM Sans"/>
                <a:cs typeface="DM Sans"/>
              </a:rPr>
              <a:t>highest</a:t>
            </a:r>
            <a:r>
              <a:rPr sz="1950" b="1" spc="10" dirty="0">
                <a:latin typeface="DM Sans"/>
                <a:cs typeface="DM Sans"/>
              </a:rPr>
              <a:t> </a:t>
            </a:r>
            <a:r>
              <a:rPr sz="1950" b="1" dirty="0">
                <a:latin typeface="DM Sans"/>
                <a:cs typeface="DM Sans"/>
              </a:rPr>
              <a:t>speed</a:t>
            </a:r>
            <a:r>
              <a:rPr sz="1950" b="1" spc="7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and</a:t>
            </a:r>
            <a:r>
              <a:rPr sz="1950" spc="1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longest</a:t>
            </a:r>
            <a:r>
              <a:rPr sz="1950" spc="1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travel</a:t>
            </a:r>
            <a:r>
              <a:rPr sz="1950" spc="10" dirty="0">
                <a:latin typeface="DM Sans"/>
                <a:cs typeface="DM Sans"/>
              </a:rPr>
              <a:t> </a:t>
            </a:r>
            <a:r>
              <a:rPr sz="1950" spc="-10" dirty="0">
                <a:latin typeface="DM Sans"/>
                <a:cs typeface="DM Sans"/>
              </a:rPr>
              <a:t>distance.</a:t>
            </a:r>
            <a:endParaRPr sz="195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5904" y="1606411"/>
            <a:ext cx="545147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dirty="0">
                <a:latin typeface="DM Sans"/>
                <a:cs typeface="DM Sans"/>
              </a:rPr>
              <a:t>Disruption</a:t>
            </a:r>
            <a:r>
              <a:rPr sz="4600" spc="-95" dirty="0">
                <a:latin typeface="DM Sans"/>
                <a:cs typeface="DM Sans"/>
              </a:rPr>
              <a:t> </a:t>
            </a:r>
            <a:r>
              <a:rPr sz="4600" spc="-20" dirty="0">
                <a:latin typeface="DM Sans"/>
                <a:cs typeface="DM Sans"/>
              </a:rPr>
              <a:t>Hotspots</a:t>
            </a:r>
            <a:endParaRPr sz="4600">
              <a:latin typeface="DM Sans"/>
              <a:cs typeface="DM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92685" y="1638797"/>
            <a:ext cx="6560184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45" dirty="0">
                <a:latin typeface="DM Sans"/>
                <a:cs typeface="DM Sans"/>
              </a:rPr>
              <a:t>Top</a:t>
            </a:r>
            <a:r>
              <a:rPr sz="2900" spc="-150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interruption</a:t>
            </a:r>
            <a:r>
              <a:rPr sz="2900" spc="-145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trigger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b="1" dirty="0">
                <a:latin typeface="DM Sans"/>
                <a:cs typeface="DM Sans"/>
              </a:rPr>
              <a:t>Storms</a:t>
            </a:r>
            <a:r>
              <a:rPr sz="1950" b="1" spc="9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were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the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most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common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reason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migrations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spc="-25" dirty="0">
                <a:latin typeface="DM Sans"/>
                <a:cs typeface="DM Sans"/>
              </a:rPr>
              <a:t>got 	</a:t>
            </a:r>
            <a:r>
              <a:rPr sz="1950" spc="-10" dirty="0">
                <a:latin typeface="DM Sans"/>
                <a:cs typeface="DM Sans"/>
              </a:rPr>
              <a:t>interrupted.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2685" y="3268383"/>
            <a:ext cx="7041515" cy="425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DM Sans"/>
                <a:cs typeface="DM Sans"/>
              </a:rPr>
              <a:t>Who</a:t>
            </a:r>
            <a:r>
              <a:rPr sz="2900" spc="-90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fails</a:t>
            </a:r>
            <a:r>
              <a:rPr sz="2900" spc="-90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most</a:t>
            </a:r>
            <a:r>
              <a:rPr sz="2900" spc="-90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often</a:t>
            </a:r>
            <a:endParaRPr sz="2900">
              <a:latin typeface="DM Sans"/>
              <a:cs typeface="DM Sans"/>
            </a:endParaRPr>
          </a:p>
          <a:p>
            <a:pPr marL="225425" indent="-212725">
              <a:lnSpc>
                <a:spcPct val="100000"/>
              </a:lnSpc>
              <a:spcBef>
                <a:spcPts val="1845"/>
              </a:spcBef>
              <a:buFont typeface="Times New Roman"/>
              <a:buChar char="•"/>
              <a:tabLst>
                <a:tab pos="225425" algn="l"/>
              </a:tabLst>
            </a:pPr>
            <a:r>
              <a:rPr sz="1950" dirty="0">
                <a:latin typeface="DM Sans"/>
                <a:cs typeface="DM Sans"/>
              </a:rPr>
              <a:t>The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highest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failure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counts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were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seen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in</a:t>
            </a:r>
            <a:r>
              <a:rPr sz="1950" spc="25" dirty="0">
                <a:latin typeface="DM Sans"/>
                <a:cs typeface="DM Sans"/>
              </a:rPr>
              <a:t> </a:t>
            </a:r>
            <a:r>
              <a:rPr sz="1950" b="1" dirty="0">
                <a:latin typeface="DM Sans"/>
                <a:cs typeface="DM Sans"/>
              </a:rPr>
              <a:t>hawks</a:t>
            </a:r>
            <a:r>
              <a:rPr sz="1950" b="1" spc="20" dirty="0">
                <a:latin typeface="DM Sans"/>
                <a:cs typeface="DM Sans"/>
              </a:rPr>
              <a:t> </a:t>
            </a:r>
            <a:r>
              <a:rPr sz="1950" b="1" dirty="0">
                <a:latin typeface="DM Sans"/>
                <a:cs typeface="DM Sans"/>
              </a:rPr>
              <a:t>and</a:t>
            </a:r>
            <a:r>
              <a:rPr sz="1950" b="1" spc="20" dirty="0">
                <a:latin typeface="DM Sans"/>
                <a:cs typeface="DM Sans"/>
              </a:rPr>
              <a:t> </a:t>
            </a:r>
            <a:r>
              <a:rPr sz="1950" b="1" spc="-10" dirty="0">
                <a:latin typeface="DM Sans"/>
                <a:cs typeface="DM Sans"/>
              </a:rPr>
              <a:t>eagles</a:t>
            </a:r>
            <a:r>
              <a:rPr sz="1950" spc="-10" dirty="0">
                <a:latin typeface="DM Sans"/>
                <a:cs typeface="DM Sans"/>
              </a:rPr>
              <a:t>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dirty="0">
                <a:latin typeface="DM Sans"/>
                <a:cs typeface="DM Sans"/>
              </a:rPr>
              <a:t>Where</a:t>
            </a:r>
            <a:r>
              <a:rPr sz="2900" spc="-180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failures</a:t>
            </a:r>
            <a:r>
              <a:rPr sz="2900" spc="-165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concentrate</a:t>
            </a:r>
            <a:endParaRPr sz="2900">
              <a:latin typeface="DM Sans"/>
              <a:cs typeface="DM Sans"/>
            </a:endParaRPr>
          </a:p>
          <a:p>
            <a:pPr marL="224790" marR="12065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Failed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migrations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were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reported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most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frequently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in</a:t>
            </a:r>
            <a:r>
              <a:rPr sz="1950" spc="20" dirty="0">
                <a:latin typeface="DM Sans"/>
                <a:cs typeface="DM Sans"/>
              </a:rPr>
              <a:t> </a:t>
            </a:r>
            <a:r>
              <a:rPr sz="1950" b="1" spc="-10" dirty="0">
                <a:latin typeface="DM Sans"/>
                <a:cs typeface="DM Sans"/>
              </a:rPr>
              <a:t>South 	America</a:t>
            </a:r>
            <a:r>
              <a:rPr sz="1950" spc="-10" dirty="0">
                <a:latin typeface="DM Sans"/>
                <a:cs typeface="DM Sans"/>
              </a:rPr>
              <a:t>.</a:t>
            </a:r>
            <a:endParaRPr sz="1950">
              <a:latin typeface="DM Sans"/>
              <a:cs typeface="DM San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Times New Roman"/>
              <a:buChar char="•"/>
            </a:pPr>
            <a:endParaRPr sz="1950">
              <a:latin typeface="DM Sans"/>
              <a:cs typeface="DM Sans"/>
            </a:endParaRPr>
          </a:p>
          <a:p>
            <a:pPr marL="12700">
              <a:lnSpc>
                <a:spcPct val="100000"/>
              </a:lnSpc>
            </a:pPr>
            <a:r>
              <a:rPr sz="2900" spc="-25" dirty="0">
                <a:latin typeface="DM Sans"/>
                <a:cs typeface="DM Sans"/>
              </a:rPr>
              <a:t>Weather</a:t>
            </a:r>
            <a:r>
              <a:rPr sz="2900" spc="-130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linked</a:t>
            </a:r>
            <a:r>
              <a:rPr sz="2900" spc="-120" dirty="0">
                <a:latin typeface="DM Sans"/>
                <a:cs typeface="DM Sans"/>
              </a:rPr>
              <a:t> </a:t>
            </a:r>
            <a:r>
              <a:rPr sz="2900" dirty="0">
                <a:latin typeface="DM Sans"/>
                <a:cs typeface="DM Sans"/>
              </a:rPr>
              <a:t>to</a:t>
            </a:r>
            <a:r>
              <a:rPr sz="2900" spc="-120" dirty="0">
                <a:latin typeface="DM Sans"/>
                <a:cs typeface="DM Sans"/>
              </a:rPr>
              <a:t> </a:t>
            </a:r>
            <a:r>
              <a:rPr sz="2900" spc="-10" dirty="0">
                <a:latin typeface="DM Sans"/>
                <a:cs typeface="DM Sans"/>
              </a:rPr>
              <a:t>activity</a:t>
            </a:r>
            <a:endParaRPr sz="2900">
              <a:latin typeface="DM Sans"/>
              <a:cs typeface="DM Sans"/>
            </a:endParaRPr>
          </a:p>
          <a:p>
            <a:pPr marL="224790" marR="212725" indent="-212725">
              <a:lnSpc>
                <a:spcPct val="101499"/>
              </a:lnSpc>
              <a:spcBef>
                <a:spcPts val="1815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latin typeface="DM Sans"/>
                <a:cs typeface="DM Sans"/>
              </a:rPr>
              <a:t>A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large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share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of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migration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activity</a:t>
            </a:r>
            <a:r>
              <a:rPr sz="1950" spc="35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occurred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dirty="0">
                <a:latin typeface="DM Sans"/>
                <a:cs typeface="DM Sans"/>
              </a:rPr>
              <a:t>during</a:t>
            </a:r>
            <a:r>
              <a:rPr sz="1950" spc="30" dirty="0">
                <a:latin typeface="DM Sans"/>
                <a:cs typeface="DM Sans"/>
              </a:rPr>
              <a:t> </a:t>
            </a:r>
            <a:r>
              <a:rPr sz="1950" b="1" spc="-10" dirty="0">
                <a:latin typeface="DM Sans"/>
                <a:cs typeface="DM Sans"/>
              </a:rPr>
              <a:t>foggy 	</a:t>
            </a:r>
            <a:r>
              <a:rPr sz="1950" spc="-10" dirty="0">
                <a:latin typeface="DM Sans"/>
                <a:cs typeface="DM Sans"/>
              </a:rPr>
              <a:t>conditions.</a:t>
            </a:r>
            <a:endParaRPr sz="1950">
              <a:latin typeface="DM Sans"/>
              <a:cs typeface="DM San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" y="4495812"/>
            <a:ext cx="8686795" cy="579118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605381" y="7928410"/>
            <a:ext cx="6372860" cy="0"/>
          </a:xfrm>
          <a:custGeom>
            <a:avLst/>
            <a:gdLst/>
            <a:ahLst/>
            <a:cxnLst/>
            <a:rect l="l" t="t" r="r" b="b"/>
            <a:pathLst>
              <a:path w="6372859">
                <a:moveTo>
                  <a:pt x="6372313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2DC2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" y="0"/>
            <a:ext cx="18288000" cy="10287000"/>
            <a:chOff x="32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0735" y="6136805"/>
              <a:ext cx="3530638" cy="183133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50735" y="3921759"/>
              <a:ext cx="3530597" cy="183136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0735" y="1706752"/>
              <a:ext cx="3530597" cy="18313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50735" y="5944965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50735" y="3729937"/>
              <a:ext cx="10318115" cy="0"/>
            </a:xfrm>
            <a:custGeom>
              <a:avLst/>
              <a:gdLst/>
              <a:ahLst/>
              <a:cxnLst/>
              <a:rect l="l" t="t" r="r" b="b"/>
              <a:pathLst>
                <a:path w="10318115">
                  <a:moveTo>
                    <a:pt x="10317581" y="0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2DC2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041657" y="6068852"/>
            <a:ext cx="6240145" cy="330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What</a:t>
            </a:r>
            <a:r>
              <a:rPr sz="2900" spc="-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we</a:t>
            </a:r>
            <a:r>
              <a:rPr sz="2900" spc="-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should</a:t>
            </a:r>
            <a:r>
              <a:rPr sz="2900" spc="-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do</a:t>
            </a:r>
            <a:r>
              <a:rPr sz="2900" spc="-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20" dirty="0">
                <a:solidFill>
                  <a:srgbClr val="04191A"/>
                </a:solidFill>
                <a:latin typeface="DM Sans"/>
                <a:cs typeface="DM Sans"/>
              </a:rPr>
              <a:t>next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Protect key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habitats used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for breeding,</a:t>
            </a:r>
            <a:r>
              <a:rPr sz="1950" spc="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feeding,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and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migration</a:t>
            </a:r>
            <a:r>
              <a:rPr sz="1950" spc="6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routes.</a:t>
            </a:r>
            <a:endParaRPr sz="1950">
              <a:latin typeface="DM Sans"/>
              <a:cs typeface="DM Sans"/>
            </a:endParaRPr>
          </a:p>
          <a:p>
            <a:pPr marL="224790" marR="31559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Track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weather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conditions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closely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to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help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support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safer</a:t>
            </a:r>
            <a:r>
              <a:rPr sz="1950" spc="1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journeys.</a:t>
            </a:r>
            <a:endParaRPr sz="1950">
              <a:latin typeface="DM Sans"/>
              <a:cs typeface="DM Sans"/>
            </a:endParaRPr>
          </a:p>
          <a:p>
            <a:pPr marL="224790" marR="33845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Expand</a:t>
            </a:r>
            <a:r>
              <a:rPr sz="1950" spc="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GPS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modern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tracking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for</a:t>
            </a:r>
            <a:r>
              <a:rPr sz="1950" spc="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continuous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migration</a:t>
            </a:r>
            <a:r>
              <a:rPr sz="1950" spc="6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monitoring.</a:t>
            </a:r>
            <a:endParaRPr sz="1950">
              <a:latin typeface="DM Sans"/>
              <a:cs typeface="DM Sans"/>
            </a:endParaRPr>
          </a:p>
          <a:p>
            <a:pPr marL="224790" marR="180975" indent="-212725">
              <a:lnSpc>
                <a:spcPct val="101499"/>
              </a:lnSpc>
              <a:spcBef>
                <a:spcPts val="50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Reduce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human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disturbance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strengthen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public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awareness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efforts.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657" y="3853825"/>
            <a:ext cx="6269355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When</a:t>
            </a:r>
            <a:r>
              <a:rPr sz="2900" spc="-10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migration</a:t>
            </a:r>
            <a:r>
              <a:rPr sz="2900" spc="-9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is</a:t>
            </a:r>
            <a:r>
              <a:rPr sz="2900" spc="-9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most</a:t>
            </a:r>
            <a:r>
              <a:rPr sz="2900" spc="-9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10" dirty="0">
                <a:solidFill>
                  <a:srgbClr val="04191A"/>
                </a:solidFill>
                <a:latin typeface="DM Sans"/>
                <a:cs typeface="DM Sans"/>
              </a:rPr>
              <a:t>common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January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stands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out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as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busiest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start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month,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0" dirty="0">
                <a:solidFill>
                  <a:srgbClr val="04191A"/>
                </a:solidFill>
                <a:latin typeface="DM Sans"/>
                <a:cs typeface="DM Sans"/>
              </a:rPr>
              <a:t>both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solo</a:t>
            </a:r>
            <a:r>
              <a:rPr sz="1950" spc="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ﬂock</a:t>
            </a:r>
            <a:r>
              <a:rPr sz="1950" spc="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ﬂights.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1657" y="1638797"/>
            <a:ext cx="5915660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Why</a:t>
            </a:r>
            <a:r>
              <a:rPr sz="2900" spc="-14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birds</a:t>
            </a:r>
            <a:r>
              <a:rPr sz="2900" spc="-1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dirty="0">
                <a:solidFill>
                  <a:srgbClr val="04191A"/>
                </a:solidFill>
                <a:latin typeface="DM Sans"/>
                <a:cs typeface="DM Sans"/>
              </a:rPr>
              <a:t>migrate</a:t>
            </a:r>
            <a:r>
              <a:rPr sz="2900" spc="-1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2900" spc="-20" dirty="0">
                <a:solidFill>
                  <a:srgbClr val="04191A"/>
                </a:solidFill>
                <a:latin typeface="DM Sans"/>
                <a:cs typeface="DM Sans"/>
              </a:rPr>
              <a:t>most</a:t>
            </a:r>
            <a:endParaRPr sz="2900">
              <a:latin typeface="DM Sans"/>
              <a:cs typeface="DM Sans"/>
            </a:endParaRPr>
          </a:p>
          <a:p>
            <a:pPr marL="224790" marR="5080" indent="-212725">
              <a:lnSpc>
                <a:spcPct val="101499"/>
              </a:lnSpc>
              <a:spcBef>
                <a:spcPts val="1810"/>
              </a:spcBef>
              <a:buFont typeface="Times New Roman"/>
              <a:buChar char="•"/>
              <a:tabLst>
                <a:tab pos="226060" algn="l"/>
              </a:tabLst>
            </a:pP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The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top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driver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was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04191A"/>
                </a:solidFill>
                <a:latin typeface="DM Sans"/>
                <a:cs typeface="DM Sans"/>
              </a:rPr>
              <a:t>avoiding</a:t>
            </a:r>
            <a:r>
              <a:rPr sz="1950" b="1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b="1" dirty="0">
                <a:solidFill>
                  <a:srgbClr val="04191A"/>
                </a:solidFill>
                <a:latin typeface="DM Sans"/>
                <a:cs typeface="DM Sans"/>
              </a:rPr>
              <a:t>predators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,</a:t>
            </a:r>
            <a:r>
              <a:rPr sz="1950" spc="2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ahead</a:t>
            </a:r>
            <a:r>
              <a:rPr sz="1950" spc="2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25" dirty="0">
                <a:solidFill>
                  <a:srgbClr val="04191A"/>
                </a:solidFill>
                <a:latin typeface="DM Sans"/>
                <a:cs typeface="DM Sans"/>
              </a:rPr>
              <a:t>of 	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climate,</a:t>
            </a:r>
            <a:r>
              <a:rPr sz="1950" spc="3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breeding,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950" spc="3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950" spc="-10" dirty="0">
                <a:solidFill>
                  <a:srgbClr val="04191A"/>
                </a:solidFill>
                <a:latin typeface="DM Sans"/>
                <a:cs typeface="DM Sans"/>
              </a:rPr>
              <a:t>feeding.</a:t>
            </a:r>
            <a:endParaRPr sz="1950">
              <a:latin typeface="DM Sans"/>
              <a:cs typeface="DM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5785" y="562607"/>
            <a:ext cx="2599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04191A"/>
                </a:solidFill>
                <a:latin typeface="DM Sans"/>
                <a:cs typeface="DM Sans"/>
              </a:rPr>
              <a:t>ANALYSIS</a:t>
            </a:r>
            <a:r>
              <a:rPr sz="1800" spc="-50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800" dirty="0">
                <a:solidFill>
                  <a:srgbClr val="04191A"/>
                </a:solidFill>
                <a:latin typeface="DM Sans"/>
                <a:cs typeface="DM Sans"/>
              </a:rPr>
              <a:t>AND</a:t>
            </a:r>
            <a:r>
              <a:rPr sz="1800" spc="-4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1800" spc="-10" dirty="0">
                <a:solidFill>
                  <a:srgbClr val="04191A"/>
                </a:solidFill>
                <a:latin typeface="DM Sans"/>
                <a:cs typeface="DM Sans"/>
              </a:rPr>
              <a:t>INSIGHTS</a:t>
            </a:r>
            <a:endParaRPr sz="1800">
              <a:latin typeface="DM Sans"/>
              <a:cs typeface="DM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5866" y="1606411"/>
            <a:ext cx="4253865" cy="131064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 marR="5080">
              <a:lnSpc>
                <a:spcPts val="4600"/>
              </a:lnSpc>
              <a:spcBef>
                <a:spcPts val="1019"/>
              </a:spcBef>
            </a:pPr>
            <a:r>
              <a:rPr sz="4600" dirty="0">
                <a:solidFill>
                  <a:srgbClr val="04191A"/>
                </a:solidFill>
                <a:latin typeface="DM Sans"/>
                <a:cs typeface="DM Sans"/>
              </a:rPr>
              <a:t>Reasons</a:t>
            </a:r>
            <a:r>
              <a:rPr sz="4600" spc="-8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4600" dirty="0">
                <a:solidFill>
                  <a:srgbClr val="04191A"/>
                </a:solidFill>
                <a:latin typeface="DM Sans"/>
                <a:cs typeface="DM Sans"/>
              </a:rPr>
              <a:t>&amp;</a:t>
            </a:r>
            <a:r>
              <a:rPr sz="4600" spc="-85" dirty="0">
                <a:solidFill>
                  <a:srgbClr val="04191A"/>
                </a:solidFill>
                <a:latin typeface="DM Sans"/>
                <a:cs typeface="DM Sans"/>
              </a:rPr>
              <a:t> </a:t>
            </a:r>
            <a:r>
              <a:rPr sz="4600" spc="-35" dirty="0">
                <a:solidFill>
                  <a:srgbClr val="04191A"/>
                </a:solidFill>
                <a:latin typeface="DM Sans"/>
                <a:cs typeface="DM Sans"/>
              </a:rPr>
              <a:t>Next </a:t>
            </a:r>
            <a:r>
              <a:rPr sz="4600" spc="-10" dirty="0">
                <a:solidFill>
                  <a:srgbClr val="04191A"/>
                </a:solidFill>
                <a:latin typeface="DM Sans"/>
                <a:cs typeface="DM Sans"/>
              </a:rPr>
              <a:t>Steps</a:t>
            </a:r>
            <a:endParaRPr sz="4600">
              <a:latin typeface="DM Sans"/>
              <a:cs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851</Words>
  <Application>Microsoft Office PowerPoint</Application>
  <PresentationFormat>Custom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DM Sans</vt:lpstr>
      <vt:lpstr>Times New Roman</vt:lpstr>
      <vt:lpstr>Office Theme</vt:lpstr>
      <vt:lpstr>Bird Migration Analysis in Excel</vt:lpstr>
      <vt:lpstr>INTRODUCTION AND PROJECT OVERVIEW</vt:lpstr>
      <vt:lpstr>Migration Project Goals</vt:lpstr>
      <vt:lpstr>DATASET AND DATA PREPARATION</vt:lpstr>
      <vt:lpstr>Who and where is tracked</vt:lpstr>
      <vt:lpstr>Data Cleaning Steps</vt:lpstr>
      <vt:lpstr>ANALYSIS AND INSIGHTS</vt:lpstr>
      <vt:lpstr>PowerPoint Presentation</vt:lpstr>
      <vt:lpstr>PowerPoint Presentation</vt:lpstr>
      <vt:lpstr>Disruption Hotspots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Gopika Sureshkumar</dc:creator>
  <cp:lastModifiedBy>Gopika Sureshkumar</cp:lastModifiedBy>
  <cp:revision>1</cp:revision>
  <dcterms:created xsi:type="dcterms:W3CDTF">2026-08-09T15:49:34Z</dcterms:created>
  <dcterms:modified xsi:type="dcterms:W3CDTF">2026-08-09T15:54:17Z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2026-08-09T00:00:00Z</vt:filetime>
  </property>
  <property fmtid="{D5CDD505-2E9C-101B-9397-08002B2CF9AE}" pid="4" name="CreationClient">
    <vt:lpwstr>outline-to-presentation</vt:lpwstr>
  </property>
  <property fmtid="{D5CDD505-2E9C-101B-9397-08002B2CF9AE}" pid="5" name="Creator">
    <vt:lpwstr>Adobe Express</vt:lpwstr>
  </property>
  <property fmtid="{D5CDD505-2E9C-101B-9397-08002B2CF9AE}" pid="6" name="LastSaved">
    <vt:filetime>2026-08-09T00:00:00Z</vt:filetime>
  </property>
  <property fmtid="{D5CDD505-2E9C-101B-9397-08002B2CF9AE}" pid="7" name="Producer">
    <vt:lpwstr>Adobe Express</vt:lpwstr>
  </property>
</Properties>
</file>